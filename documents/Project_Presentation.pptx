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8" r:id="rId1"/>
    <p:sldMasterId id="2147483705" r:id="rId2"/>
    <p:sldMasterId id="2147483669" r:id="rId3"/>
    <p:sldMasterId id="2147483674" r:id="rId4"/>
  </p:sldMasterIdLst>
  <p:notesMasterIdLst>
    <p:notesMasterId r:id="rId8"/>
  </p:notesMasterIdLst>
  <p:handoutMasterIdLst>
    <p:handoutMasterId r:id="rId9"/>
  </p:handoutMasterIdLst>
  <p:sldIdLst>
    <p:sldId id="400" r:id="rId29"/>
    <p:sldId id="401" r:id="rId15"/>
    <p:sldId id="402" r:id="rId16"/>
    <p:sldId id="403" r:id="rId17"/>
    <p:sldId id="404" r:id="rId18"/>
    <p:sldId id="405" r:id="rId19"/>
    <p:sldId id="406" r:id="rId20"/>
    <p:sldId id="407" r:id="rId21"/>
    <p:sldId id="408" r:id="rId22"/>
    <p:sldId id="409" r:id="rId23"/>
    <p:sldId id="410" r:id="rId24"/>
    <p:sldId id="411" r:id="rId25"/>
    <p:sldId id="412" r:id="rId26"/>
    <p:sldId id="413" r:id="rId27"/>
    <p:sldId id="41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375E"/>
    <a:srgbClr val="3D0029"/>
    <a:srgbClr val="531C40"/>
    <a:srgbClr val="1A2A4F"/>
    <a:srgbClr val="0A142D"/>
    <a:srgbClr val="BAA360"/>
    <a:srgbClr val="8B7A39"/>
    <a:srgbClr val="3C0529"/>
    <a:srgbClr val="2B0E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49"/>
    <p:restoredTop sz="93474"/>
  </p:normalViewPr>
  <p:slideViewPr>
    <p:cSldViewPr snapToGrid="0" snapToObjects="1" showGuides="1">
      <p:cViewPr varScale="1">
        <p:scale>
          <a:sx n="106" d="100"/>
          <a:sy n="106" d="100"/>
        </p:scale>
        <p:origin x="2058" y="114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20" d="100"/>
          <a:sy n="120" d="100"/>
        </p:scale>
        <p:origin x="3896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handoutMaster" Target="handoutMasters/handoutMaster1.xml"/><Relationship Id="rId14" Type="http://schemas.microsoft.com/office/2016/11/relationships/changesInfo" Target="changesInfos/changesInfo1.xml"/>  <Relationship Id="rId15" Type="http://schemas.openxmlformats.org/officeDocument/2006/relationships/slide" Target="slides/slide4.xml"/>
  <Relationship Id="rId16" Type="http://schemas.openxmlformats.org/officeDocument/2006/relationships/slide" Target="slides/slide5.xml"/>
  <Relationship Id="rId17" Type="http://schemas.openxmlformats.org/officeDocument/2006/relationships/slide" Target="slides/slide6.xml"/>
  <Relationship Id="rId18" Type="http://schemas.openxmlformats.org/officeDocument/2006/relationships/slide" Target="slides/slide7.xml"/>
  <Relationship Id="rId19" Type="http://schemas.openxmlformats.org/officeDocument/2006/relationships/slide" Target="slides/slide8.xml"/>
  <Relationship Id="rId20" Type="http://schemas.openxmlformats.org/officeDocument/2006/relationships/slide" Target="slides/slide9.xml"/>
  <Relationship Id="rId21" Type="http://schemas.openxmlformats.org/officeDocument/2006/relationships/slide" Target="slides/slide10.xml"/>
  <Relationship Id="rId22" Type="http://schemas.openxmlformats.org/officeDocument/2006/relationships/slide" Target="slides/slide11.xml"/>
  <Relationship Id="rId23" Type="http://schemas.openxmlformats.org/officeDocument/2006/relationships/slide" Target="slides/slide12.xml"/>
  <Relationship Id="rId24" Type="http://schemas.openxmlformats.org/officeDocument/2006/relationships/slide" Target="slides/slide13.xml"/>
  <Relationship Id="rId25" Type="http://schemas.openxmlformats.org/officeDocument/2006/relationships/slide" Target="slides/slide14.xml"/>
  <Relationship Id="rId26" Type="http://schemas.openxmlformats.org/officeDocument/2006/relationships/slide" Target="slides/slide15.xml"/>
  <Relationship Id="rId27" Type="http://schemas.openxmlformats.org/officeDocument/2006/relationships/slide" Target="slides/slide16.xml"/>
  <Relationship Id="rId28" Type="http://schemas.openxmlformats.org/officeDocument/2006/relationships/slide" Target="slides/slide17.xml"/>
  <Relationship Id="rId29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well, Colin" userId="cd4ab409-cde4-477f-99d9-90dd4e7c22fd" providerId="ADAL" clId="{86FE09AC-278B-4C00-B63A-A61F0E687F04}"/>
    <pc:docChg chg="custSel addSld modSld">
      <pc:chgData name="Shewell, Colin" userId="cd4ab409-cde4-477f-99d9-90dd4e7c22fd" providerId="ADAL" clId="{86FE09AC-278B-4C00-B63A-A61F0E687F04}" dt="2019-06-13T15:13:44.730" v="3728"/>
      <pc:docMkLst>
        <pc:docMk/>
      </pc:docMkLst>
      <pc:sldChg chg="modSp">
        <pc:chgData name="Shewell, Colin" userId="cd4ab409-cde4-477f-99d9-90dd4e7c22fd" providerId="ADAL" clId="{86FE09AC-278B-4C00-B63A-A61F0E687F04}" dt="2019-06-11T14:37:47.170" v="66" actId="20577"/>
        <pc:sldMkLst>
          <pc:docMk/>
          <pc:sldMk cId="2115765383" sldId="261"/>
        </pc:sldMkLst>
        <pc:spChg chg="mod">
          <ac:chgData name="Shewell, Colin" userId="cd4ab409-cde4-477f-99d9-90dd4e7c22fd" providerId="ADAL" clId="{86FE09AC-278B-4C00-B63A-A61F0E687F04}" dt="2019-06-11T14:37:34.849" v="34" actId="122"/>
          <ac:spMkLst>
            <pc:docMk/>
            <pc:sldMk cId="2115765383" sldId="261"/>
            <ac:spMk id="3" creationId="{00000000-0000-0000-0000-000000000000}"/>
          </ac:spMkLst>
        </pc:spChg>
        <pc:spChg chg="mod">
          <ac:chgData name="Shewell, Colin" userId="cd4ab409-cde4-477f-99d9-90dd4e7c22fd" providerId="ADAL" clId="{86FE09AC-278B-4C00-B63A-A61F0E687F04}" dt="2019-06-11T14:37:28.620" v="32" actId="1076"/>
          <ac:spMkLst>
            <pc:docMk/>
            <pc:sldMk cId="2115765383" sldId="261"/>
            <ac:spMk id="4" creationId="{00000000-0000-0000-0000-000000000000}"/>
          </ac:spMkLst>
        </pc:spChg>
        <pc:spChg chg="mod">
          <ac:chgData name="Shewell, Colin" userId="cd4ab409-cde4-477f-99d9-90dd4e7c22fd" providerId="ADAL" clId="{86FE09AC-278B-4C00-B63A-A61F0E687F04}" dt="2019-06-11T14:37:47.170" v="66" actId="20577"/>
          <ac:spMkLst>
            <pc:docMk/>
            <pc:sldMk cId="2115765383" sldId="261"/>
            <ac:spMk id="5" creationId="{00000000-0000-0000-0000-000000000000}"/>
          </ac:spMkLst>
        </pc:spChg>
      </pc:sldChg>
      <pc:sldChg chg="modSp">
        <pc:chgData name="Shewell, Colin" userId="cd4ab409-cde4-477f-99d9-90dd4e7c22fd" providerId="ADAL" clId="{86FE09AC-278B-4C00-B63A-A61F0E687F04}" dt="2019-06-11T14:39:41.065" v="397" actId="403"/>
        <pc:sldMkLst>
          <pc:docMk/>
          <pc:sldMk cId="1534104556" sldId="262"/>
        </pc:sldMkLst>
        <pc:spChg chg="mod">
          <ac:chgData name="Shewell, Colin" userId="cd4ab409-cde4-477f-99d9-90dd4e7c22fd" providerId="ADAL" clId="{86FE09AC-278B-4C00-B63A-A61F0E687F04}" dt="2019-06-11T14:38:27.755" v="106" actId="20577"/>
          <ac:spMkLst>
            <pc:docMk/>
            <pc:sldMk cId="1534104556" sldId="262"/>
            <ac:spMk id="6" creationId="{78E47AEB-B7D4-4841-AF10-53842C19064C}"/>
          </ac:spMkLst>
        </pc:spChg>
        <pc:spChg chg="mod">
          <ac:chgData name="Shewell, Colin" userId="cd4ab409-cde4-477f-99d9-90dd4e7c22fd" providerId="ADAL" clId="{86FE09AC-278B-4C00-B63A-A61F0E687F04}" dt="2019-06-11T14:39:41.065" v="397" actId="403"/>
          <ac:spMkLst>
            <pc:docMk/>
            <pc:sldMk cId="1534104556" sldId="262"/>
            <ac:spMk id="8" creationId="{635472AF-833F-456E-B450-534E05E6500F}"/>
          </ac:spMkLst>
        </pc:spChg>
      </pc:sldChg>
      <pc:sldChg chg="modSp add">
        <pc:chgData name="Shewell, Colin" userId="cd4ab409-cde4-477f-99d9-90dd4e7c22fd" providerId="ADAL" clId="{86FE09AC-278B-4C00-B63A-A61F0E687F04}" dt="2019-06-11T14:41:07.982" v="808" actId="20577"/>
        <pc:sldMkLst>
          <pc:docMk/>
          <pc:sldMk cId="1207358834" sldId="263"/>
        </pc:sldMkLst>
        <pc:spChg chg="mod">
          <ac:chgData name="Shewell, Colin" userId="cd4ab409-cde4-477f-99d9-90dd4e7c22fd" providerId="ADAL" clId="{86FE09AC-278B-4C00-B63A-A61F0E687F04}" dt="2019-06-11T14:41:07.982" v="808" actId="20577"/>
          <ac:spMkLst>
            <pc:docMk/>
            <pc:sldMk cId="1207358834" sldId="263"/>
            <ac:spMk id="2" creationId="{7A9564A1-DD98-4F10-9B71-66582D66AA93}"/>
          </ac:spMkLst>
        </pc:spChg>
        <pc:spChg chg="mod">
          <ac:chgData name="Shewell, Colin" userId="cd4ab409-cde4-477f-99d9-90dd4e7c22fd" providerId="ADAL" clId="{86FE09AC-278B-4C00-B63A-A61F0E687F04}" dt="2019-06-11T14:39:50.839" v="416" actId="20577"/>
          <ac:spMkLst>
            <pc:docMk/>
            <pc:sldMk cId="1207358834" sldId="263"/>
            <ac:spMk id="3" creationId="{16447E01-5EBC-47AD-B503-81F6F8421E4A}"/>
          </ac:spMkLst>
        </pc:spChg>
      </pc:sldChg>
      <pc:sldChg chg="modSp add">
        <pc:chgData name="Shewell, Colin" userId="cd4ab409-cde4-477f-99d9-90dd4e7c22fd" providerId="ADAL" clId="{86FE09AC-278B-4C00-B63A-A61F0E687F04}" dt="2019-06-11T14:42:33.109" v="1215" actId="20577"/>
        <pc:sldMkLst>
          <pc:docMk/>
          <pc:sldMk cId="3963538712" sldId="264"/>
        </pc:sldMkLst>
        <pc:spChg chg="mod">
          <ac:chgData name="Shewell, Colin" userId="cd4ab409-cde4-477f-99d9-90dd4e7c22fd" providerId="ADAL" clId="{86FE09AC-278B-4C00-B63A-A61F0E687F04}" dt="2019-06-11T14:42:33.109" v="1215" actId="20577"/>
          <ac:spMkLst>
            <pc:docMk/>
            <pc:sldMk cId="3963538712" sldId="264"/>
            <ac:spMk id="2" creationId="{51FDFDD1-031E-4FED-8105-9287DFD6C2D4}"/>
          </ac:spMkLst>
        </pc:spChg>
        <pc:spChg chg="mod">
          <ac:chgData name="Shewell, Colin" userId="cd4ab409-cde4-477f-99d9-90dd4e7c22fd" providerId="ADAL" clId="{86FE09AC-278B-4C00-B63A-A61F0E687F04}" dt="2019-06-11T14:41:15.626" v="827" actId="20577"/>
          <ac:spMkLst>
            <pc:docMk/>
            <pc:sldMk cId="3963538712" sldId="264"/>
            <ac:spMk id="3" creationId="{07CE145E-53B2-4DAB-815C-78DA7551FBA1}"/>
          </ac:spMkLst>
        </pc:spChg>
      </pc:sldChg>
      <pc:sldChg chg="modSp add">
        <pc:chgData name="Shewell, Colin" userId="cd4ab409-cde4-477f-99d9-90dd4e7c22fd" providerId="ADAL" clId="{86FE09AC-278B-4C00-B63A-A61F0E687F04}" dt="2019-06-11T14:43:34.628" v="1276" actId="20577"/>
        <pc:sldMkLst>
          <pc:docMk/>
          <pc:sldMk cId="2265100756" sldId="265"/>
        </pc:sldMkLst>
        <pc:spChg chg="mod">
          <ac:chgData name="Shewell, Colin" userId="cd4ab409-cde4-477f-99d9-90dd4e7c22fd" providerId="ADAL" clId="{86FE09AC-278B-4C00-B63A-A61F0E687F04}" dt="2019-06-11T14:43:34.628" v="1276" actId="20577"/>
          <ac:spMkLst>
            <pc:docMk/>
            <pc:sldMk cId="2265100756" sldId="265"/>
            <ac:spMk id="2" creationId="{8071C91F-B628-464A-A6CB-BE265F25AB5C}"/>
          </ac:spMkLst>
        </pc:spChg>
        <pc:spChg chg="mod">
          <ac:chgData name="Shewell, Colin" userId="cd4ab409-cde4-477f-99d9-90dd4e7c22fd" providerId="ADAL" clId="{86FE09AC-278B-4C00-B63A-A61F0E687F04}" dt="2019-06-11T14:42:42.900" v="1242" actId="20577"/>
          <ac:spMkLst>
            <pc:docMk/>
            <pc:sldMk cId="2265100756" sldId="265"/>
            <ac:spMk id="3" creationId="{D7666AB7-FF1D-483A-963B-ED5011B4593C}"/>
          </ac:spMkLst>
        </pc:spChg>
      </pc:sldChg>
      <pc:sldChg chg="addSp delSp modSp add">
        <pc:chgData name="Shewell, Colin" userId="cd4ab409-cde4-477f-99d9-90dd4e7c22fd" providerId="ADAL" clId="{86FE09AC-278B-4C00-B63A-A61F0E687F04}" dt="2019-06-11T14:44:19.277" v="1310" actId="1076"/>
        <pc:sldMkLst>
          <pc:docMk/>
          <pc:sldMk cId="4113038957" sldId="266"/>
        </pc:sldMkLst>
        <pc:spChg chg="del">
          <ac:chgData name="Shewell, Colin" userId="cd4ab409-cde4-477f-99d9-90dd4e7c22fd" providerId="ADAL" clId="{86FE09AC-278B-4C00-B63A-A61F0E687F04}" dt="2019-06-11T14:44:11.587" v="1307" actId="478"/>
          <ac:spMkLst>
            <pc:docMk/>
            <pc:sldMk cId="4113038957" sldId="266"/>
            <ac:spMk id="2" creationId="{5E9CC249-304B-4B5C-B271-D848E5976E78}"/>
          </ac:spMkLst>
        </pc:spChg>
        <pc:spChg chg="mod">
          <ac:chgData name="Shewell, Colin" userId="cd4ab409-cde4-477f-99d9-90dd4e7c22fd" providerId="ADAL" clId="{86FE09AC-278B-4C00-B63A-A61F0E687F04}" dt="2019-06-11T14:43:47.971" v="1305" actId="20577"/>
          <ac:spMkLst>
            <pc:docMk/>
            <pc:sldMk cId="4113038957" sldId="266"/>
            <ac:spMk id="3" creationId="{6337FDCA-9BDC-4C73-8E3A-4F398DEDF32F}"/>
          </ac:spMkLst>
        </pc:spChg>
        <pc:spChg chg="del">
          <ac:chgData name="Shewell, Colin" userId="cd4ab409-cde4-477f-99d9-90dd4e7c22fd" providerId="ADAL" clId="{86FE09AC-278B-4C00-B63A-A61F0E687F04}" dt="2019-06-11T14:44:10.637" v="1306" actId="478"/>
          <ac:spMkLst>
            <pc:docMk/>
            <pc:sldMk cId="4113038957" sldId="266"/>
            <ac:spMk id="4" creationId="{6335B849-AE51-4527-A27A-8F141D31611E}"/>
          </ac:spMkLst>
        </pc:spChg>
        <pc:picChg chg="add mod">
          <ac:chgData name="Shewell, Colin" userId="cd4ab409-cde4-477f-99d9-90dd4e7c22fd" providerId="ADAL" clId="{86FE09AC-278B-4C00-B63A-A61F0E687F04}" dt="2019-06-11T14:44:19.277" v="1310" actId="1076"/>
          <ac:picMkLst>
            <pc:docMk/>
            <pc:sldMk cId="4113038957" sldId="266"/>
            <ac:picMk id="5" creationId="{577A375B-5011-424A-9433-6986EFD24D9B}"/>
          </ac:picMkLst>
        </pc:picChg>
      </pc:sldChg>
      <pc:sldChg chg="addSp delSp modSp add">
        <pc:chgData name="Shewell, Colin" userId="cd4ab409-cde4-477f-99d9-90dd4e7c22fd" providerId="ADAL" clId="{86FE09AC-278B-4C00-B63A-A61F0E687F04}" dt="2019-06-11T14:45:41.451" v="1373" actId="1076"/>
        <pc:sldMkLst>
          <pc:docMk/>
          <pc:sldMk cId="3002512624" sldId="267"/>
        </pc:sldMkLst>
        <pc:spChg chg="mod">
          <ac:chgData name="Shewell, Colin" userId="cd4ab409-cde4-477f-99d9-90dd4e7c22fd" providerId="ADAL" clId="{86FE09AC-278B-4C00-B63A-A61F0E687F04}" dt="2019-06-11T14:45:13.589" v="1368" actId="20577"/>
          <ac:spMkLst>
            <pc:docMk/>
            <pc:sldMk cId="3002512624" sldId="267"/>
            <ac:spMk id="2" creationId="{4D9B01D5-5A41-4DF2-B181-ABC067D799D9}"/>
          </ac:spMkLst>
        </pc:spChg>
        <pc:spChg chg="mod">
          <ac:chgData name="Shewell, Colin" userId="cd4ab409-cde4-477f-99d9-90dd4e7c22fd" providerId="ADAL" clId="{86FE09AC-278B-4C00-B63A-A61F0E687F04}" dt="2019-06-11T14:44:30.924" v="1342" actId="20577"/>
          <ac:spMkLst>
            <pc:docMk/>
            <pc:sldMk cId="3002512624" sldId="267"/>
            <ac:spMk id="3" creationId="{BDB60F69-FB76-450F-9AE9-967D5D6DDDBE}"/>
          </ac:spMkLst>
        </pc:spChg>
        <pc:picChg chg="add del mod">
          <ac:chgData name="Shewell, Colin" userId="cd4ab409-cde4-477f-99d9-90dd4e7c22fd" providerId="ADAL" clId="{86FE09AC-278B-4C00-B63A-A61F0E687F04}" dt="2019-06-11T14:45:26.578" v="1371" actId="478"/>
          <ac:picMkLst>
            <pc:docMk/>
            <pc:sldMk cId="3002512624" sldId="267"/>
            <ac:picMk id="5" creationId="{64AE3C3E-28E9-4EDB-AD9A-8ED112C86BF8}"/>
          </ac:picMkLst>
        </pc:picChg>
        <pc:picChg chg="add mod">
          <ac:chgData name="Shewell, Colin" userId="cd4ab409-cde4-477f-99d9-90dd4e7c22fd" providerId="ADAL" clId="{86FE09AC-278B-4C00-B63A-A61F0E687F04}" dt="2019-06-11T14:45:41.451" v="1373" actId="1076"/>
          <ac:picMkLst>
            <pc:docMk/>
            <pc:sldMk cId="3002512624" sldId="267"/>
            <ac:picMk id="6" creationId="{7E8A7AD4-04C6-453B-A6FD-0D1ED0BCE662}"/>
          </ac:picMkLst>
        </pc:picChg>
      </pc:sldChg>
      <pc:sldChg chg="addSp modSp add">
        <pc:chgData name="Shewell, Colin" userId="cd4ab409-cde4-477f-99d9-90dd4e7c22fd" providerId="ADAL" clId="{86FE09AC-278B-4C00-B63A-A61F0E687F04}" dt="2019-06-11T14:46:23.394" v="1413" actId="1076"/>
        <pc:sldMkLst>
          <pc:docMk/>
          <pc:sldMk cId="466740151" sldId="268"/>
        </pc:sldMkLst>
        <pc:spChg chg="mod">
          <ac:chgData name="Shewell, Colin" userId="cd4ab409-cde4-477f-99d9-90dd4e7c22fd" providerId="ADAL" clId="{86FE09AC-278B-4C00-B63A-A61F0E687F04}" dt="2019-06-11T14:46:11.467" v="1410" actId="403"/>
          <ac:spMkLst>
            <pc:docMk/>
            <pc:sldMk cId="466740151" sldId="268"/>
            <ac:spMk id="2" creationId="{BBFDA841-F124-402F-89FC-90B5E86B2FE0}"/>
          </ac:spMkLst>
        </pc:spChg>
        <pc:spChg chg="mod">
          <ac:chgData name="Shewell, Colin" userId="cd4ab409-cde4-477f-99d9-90dd4e7c22fd" providerId="ADAL" clId="{86FE09AC-278B-4C00-B63A-A61F0E687F04}" dt="2019-06-11T14:45:49.560" v="1396" actId="20577"/>
          <ac:spMkLst>
            <pc:docMk/>
            <pc:sldMk cId="466740151" sldId="268"/>
            <ac:spMk id="3" creationId="{702A5A18-468D-4C84-BAB7-6D6CAB947865}"/>
          </ac:spMkLst>
        </pc:spChg>
        <pc:picChg chg="add mod">
          <ac:chgData name="Shewell, Colin" userId="cd4ab409-cde4-477f-99d9-90dd4e7c22fd" providerId="ADAL" clId="{86FE09AC-278B-4C00-B63A-A61F0E687F04}" dt="2019-06-11T14:46:23.394" v="1413" actId="1076"/>
          <ac:picMkLst>
            <pc:docMk/>
            <pc:sldMk cId="466740151" sldId="268"/>
            <ac:picMk id="5" creationId="{59CE3C4F-C92F-47AC-84CE-70350885F9A6}"/>
          </ac:picMkLst>
        </pc:picChg>
      </pc:sldChg>
      <pc:sldChg chg="addSp modSp add">
        <pc:chgData name="Shewell, Colin" userId="cd4ab409-cde4-477f-99d9-90dd4e7c22fd" providerId="ADAL" clId="{86FE09AC-278B-4C00-B63A-A61F0E687F04}" dt="2019-06-11T14:47:13.734" v="1445" actId="1076"/>
        <pc:sldMkLst>
          <pc:docMk/>
          <pc:sldMk cId="1209360316" sldId="269"/>
        </pc:sldMkLst>
        <pc:spChg chg="mod">
          <ac:chgData name="Shewell, Colin" userId="cd4ab409-cde4-477f-99d9-90dd4e7c22fd" providerId="ADAL" clId="{86FE09AC-278B-4C00-B63A-A61F0E687F04}" dt="2019-06-11T14:46:47.185" v="1443" actId="403"/>
          <ac:spMkLst>
            <pc:docMk/>
            <pc:sldMk cId="1209360316" sldId="269"/>
            <ac:spMk id="2" creationId="{9934B299-048D-4037-93E7-EE55AAC4667C}"/>
          </ac:spMkLst>
        </pc:spChg>
        <pc:spChg chg="mod">
          <ac:chgData name="Shewell, Colin" userId="cd4ab409-cde4-477f-99d9-90dd4e7c22fd" providerId="ADAL" clId="{86FE09AC-278B-4C00-B63A-A61F0E687F04}" dt="2019-06-11T14:46:32.594" v="1432" actId="20577"/>
          <ac:spMkLst>
            <pc:docMk/>
            <pc:sldMk cId="1209360316" sldId="269"/>
            <ac:spMk id="3" creationId="{4719EC62-CBF5-4D76-89C0-E0A20D3EAA25}"/>
          </ac:spMkLst>
        </pc:spChg>
        <pc:picChg chg="add mod">
          <ac:chgData name="Shewell, Colin" userId="cd4ab409-cde4-477f-99d9-90dd4e7c22fd" providerId="ADAL" clId="{86FE09AC-278B-4C00-B63A-A61F0E687F04}" dt="2019-06-11T14:47:13.734" v="1445" actId="1076"/>
          <ac:picMkLst>
            <pc:docMk/>
            <pc:sldMk cId="1209360316" sldId="269"/>
            <ac:picMk id="5" creationId="{D7DF0D50-0183-42D8-924A-678C3E8E1457}"/>
          </ac:picMkLst>
        </pc:picChg>
      </pc:sldChg>
      <pc:sldChg chg="addSp modSp add">
        <pc:chgData name="Shewell, Colin" userId="cd4ab409-cde4-477f-99d9-90dd4e7c22fd" providerId="ADAL" clId="{86FE09AC-278B-4C00-B63A-A61F0E687F04}" dt="2019-06-11T14:48:39.036" v="1512" actId="20577"/>
        <pc:sldMkLst>
          <pc:docMk/>
          <pc:sldMk cId="2017833605" sldId="270"/>
        </pc:sldMkLst>
        <pc:spChg chg="mod">
          <ac:chgData name="Shewell, Colin" userId="cd4ab409-cde4-477f-99d9-90dd4e7c22fd" providerId="ADAL" clId="{86FE09AC-278B-4C00-B63A-A61F0E687F04}" dt="2019-06-11T14:48:39.036" v="1512" actId="20577"/>
          <ac:spMkLst>
            <pc:docMk/>
            <pc:sldMk cId="2017833605" sldId="270"/>
            <ac:spMk id="2" creationId="{6B2257A9-AC9F-4D65-AD9B-3123D89A1AF3}"/>
          </ac:spMkLst>
        </pc:spChg>
        <pc:spChg chg="mod">
          <ac:chgData name="Shewell, Colin" userId="cd4ab409-cde4-477f-99d9-90dd4e7c22fd" providerId="ADAL" clId="{86FE09AC-278B-4C00-B63A-A61F0E687F04}" dt="2019-06-11T14:47:26.900" v="1464" actId="20577"/>
          <ac:spMkLst>
            <pc:docMk/>
            <pc:sldMk cId="2017833605" sldId="270"/>
            <ac:spMk id="3" creationId="{46C5904F-C85A-445C-8B99-09941C588F4B}"/>
          </ac:spMkLst>
        </pc:spChg>
        <pc:picChg chg="add mod">
          <ac:chgData name="Shewell, Colin" userId="cd4ab409-cde4-477f-99d9-90dd4e7c22fd" providerId="ADAL" clId="{86FE09AC-278B-4C00-B63A-A61F0E687F04}" dt="2019-06-11T14:48:37.377" v="1510" actId="1076"/>
          <ac:picMkLst>
            <pc:docMk/>
            <pc:sldMk cId="2017833605" sldId="270"/>
            <ac:picMk id="5" creationId="{7FEF405F-42F4-4DEB-A796-DD774A63B7DB}"/>
          </ac:picMkLst>
        </pc:picChg>
      </pc:sldChg>
      <pc:sldChg chg="modSp add">
        <pc:chgData name="Shewell, Colin" userId="cd4ab409-cde4-477f-99d9-90dd4e7c22fd" providerId="ADAL" clId="{86FE09AC-278B-4C00-B63A-A61F0E687F04}" dt="2019-06-11T14:50:02.019" v="1591" actId="20577"/>
        <pc:sldMkLst>
          <pc:docMk/>
          <pc:sldMk cId="263070369" sldId="271"/>
        </pc:sldMkLst>
        <pc:spChg chg="mod">
          <ac:chgData name="Shewell, Colin" userId="cd4ab409-cde4-477f-99d9-90dd4e7c22fd" providerId="ADAL" clId="{86FE09AC-278B-4C00-B63A-A61F0E687F04}" dt="2019-06-11T14:50:02.019" v="1591" actId="20577"/>
          <ac:spMkLst>
            <pc:docMk/>
            <pc:sldMk cId="263070369" sldId="271"/>
            <ac:spMk id="2" creationId="{F216FD24-6EDD-4AA7-A9FC-0E57F07AADF2}"/>
          </ac:spMkLst>
        </pc:spChg>
        <pc:spChg chg="mod">
          <ac:chgData name="Shewell, Colin" userId="cd4ab409-cde4-477f-99d9-90dd4e7c22fd" providerId="ADAL" clId="{86FE09AC-278B-4C00-B63A-A61F0E687F04}" dt="2019-06-11T14:48:52.475" v="1537" actId="20577"/>
          <ac:spMkLst>
            <pc:docMk/>
            <pc:sldMk cId="263070369" sldId="271"/>
            <ac:spMk id="3" creationId="{AAA3CE1B-4C6E-45AF-82BB-C9AD5585DA10}"/>
          </ac:spMkLst>
        </pc:spChg>
      </pc:sldChg>
      <pc:sldChg chg="modSp add">
        <pc:chgData name="Shewell, Colin" userId="cd4ab409-cde4-477f-99d9-90dd4e7c22fd" providerId="ADAL" clId="{86FE09AC-278B-4C00-B63A-A61F0E687F04}" dt="2019-06-11T14:51:04.378" v="1734" actId="404"/>
        <pc:sldMkLst>
          <pc:docMk/>
          <pc:sldMk cId="963267811" sldId="272"/>
        </pc:sldMkLst>
        <pc:spChg chg="mod">
          <ac:chgData name="Shewell, Colin" userId="cd4ab409-cde4-477f-99d9-90dd4e7c22fd" providerId="ADAL" clId="{86FE09AC-278B-4C00-B63A-A61F0E687F04}" dt="2019-06-11T14:51:04.378" v="1734" actId="404"/>
          <ac:spMkLst>
            <pc:docMk/>
            <pc:sldMk cId="963267811" sldId="272"/>
            <ac:spMk id="2" creationId="{A33268D4-7CEE-4AD1-8328-FEC45BAAD601}"/>
          </ac:spMkLst>
        </pc:spChg>
        <pc:spChg chg="mod">
          <ac:chgData name="Shewell, Colin" userId="cd4ab409-cde4-477f-99d9-90dd4e7c22fd" providerId="ADAL" clId="{86FE09AC-278B-4C00-B63A-A61F0E687F04}" dt="2019-06-11T14:50:20.576" v="1623" actId="20577"/>
          <ac:spMkLst>
            <pc:docMk/>
            <pc:sldMk cId="963267811" sldId="272"/>
            <ac:spMk id="3" creationId="{E1284600-879E-4434-9920-2A2294518051}"/>
          </ac:spMkLst>
        </pc:spChg>
      </pc:sldChg>
      <pc:sldChg chg="modSp add">
        <pc:chgData name="Shewell, Colin" userId="cd4ab409-cde4-477f-99d9-90dd4e7c22fd" providerId="ADAL" clId="{86FE09AC-278B-4C00-B63A-A61F0E687F04}" dt="2019-06-11T14:52:38.085" v="2057" actId="20577"/>
        <pc:sldMkLst>
          <pc:docMk/>
          <pc:sldMk cId="2535372017" sldId="273"/>
        </pc:sldMkLst>
        <pc:spChg chg="mod">
          <ac:chgData name="Shewell, Colin" userId="cd4ab409-cde4-477f-99d9-90dd4e7c22fd" providerId="ADAL" clId="{86FE09AC-278B-4C00-B63A-A61F0E687F04}" dt="2019-06-11T14:52:38.085" v="2057" actId="20577"/>
          <ac:spMkLst>
            <pc:docMk/>
            <pc:sldMk cId="2535372017" sldId="273"/>
            <ac:spMk id="2" creationId="{9BA56241-C62D-4D91-94D7-A248FF8FE01F}"/>
          </ac:spMkLst>
        </pc:spChg>
        <pc:spChg chg="mod">
          <ac:chgData name="Shewell, Colin" userId="cd4ab409-cde4-477f-99d9-90dd4e7c22fd" providerId="ADAL" clId="{86FE09AC-278B-4C00-B63A-A61F0E687F04}" dt="2019-06-11T14:51:20.639" v="1758" actId="20577"/>
          <ac:spMkLst>
            <pc:docMk/>
            <pc:sldMk cId="2535372017" sldId="273"/>
            <ac:spMk id="3" creationId="{A2DB2557-658A-48B1-9E5E-E1AFFAF9E3CF}"/>
          </ac:spMkLst>
        </pc:spChg>
      </pc:sldChg>
      <pc:sldChg chg="modSp add">
        <pc:chgData name="Shewell, Colin" userId="cd4ab409-cde4-477f-99d9-90dd4e7c22fd" providerId="ADAL" clId="{86FE09AC-278B-4C00-B63A-A61F0E687F04}" dt="2019-06-11T14:53:09.052" v="2097" actId="403"/>
        <pc:sldMkLst>
          <pc:docMk/>
          <pc:sldMk cId="3479295549" sldId="274"/>
        </pc:sldMkLst>
        <pc:spChg chg="mod">
          <ac:chgData name="Shewell, Colin" userId="cd4ab409-cde4-477f-99d9-90dd4e7c22fd" providerId="ADAL" clId="{86FE09AC-278B-4C00-B63A-A61F0E687F04}" dt="2019-06-11T14:53:09.052" v="2097" actId="403"/>
          <ac:spMkLst>
            <pc:docMk/>
            <pc:sldMk cId="3479295549" sldId="274"/>
            <ac:spMk id="2" creationId="{C439F6E7-DA6C-438F-AD2E-0D6DB9AD87E7}"/>
          </ac:spMkLst>
        </pc:spChg>
        <pc:spChg chg="mod">
          <ac:chgData name="Shewell, Colin" userId="cd4ab409-cde4-477f-99d9-90dd4e7c22fd" providerId="ADAL" clId="{86FE09AC-278B-4C00-B63A-A61F0E687F04}" dt="2019-06-11T14:52:54.904" v="2090" actId="20577"/>
          <ac:spMkLst>
            <pc:docMk/>
            <pc:sldMk cId="3479295549" sldId="274"/>
            <ac:spMk id="3" creationId="{2D1272A0-5004-4A3D-BBCC-4DE82BB01A33}"/>
          </ac:spMkLst>
        </pc:spChg>
      </pc:sldChg>
      <pc:sldChg chg="modSp add">
        <pc:chgData name="Shewell, Colin" userId="cd4ab409-cde4-477f-99d9-90dd4e7c22fd" providerId="ADAL" clId="{86FE09AC-278B-4C00-B63A-A61F0E687F04}" dt="2019-06-11T14:54:51.486" v="2424" actId="404"/>
        <pc:sldMkLst>
          <pc:docMk/>
          <pc:sldMk cId="1715137472" sldId="275"/>
        </pc:sldMkLst>
        <pc:spChg chg="mod">
          <ac:chgData name="Shewell, Colin" userId="cd4ab409-cde4-477f-99d9-90dd4e7c22fd" providerId="ADAL" clId="{86FE09AC-278B-4C00-B63A-A61F0E687F04}" dt="2019-06-11T14:54:51.486" v="2424" actId="404"/>
          <ac:spMkLst>
            <pc:docMk/>
            <pc:sldMk cId="1715137472" sldId="275"/>
            <ac:spMk id="2" creationId="{D6629CBC-D1BF-4F73-8ED0-D73D3AC88F4C}"/>
          </ac:spMkLst>
        </pc:spChg>
        <pc:spChg chg="mod">
          <ac:chgData name="Shewell, Colin" userId="cd4ab409-cde4-477f-99d9-90dd4e7c22fd" providerId="ADAL" clId="{86FE09AC-278B-4C00-B63A-A61F0E687F04}" dt="2019-06-11T14:53:23.649" v="2099"/>
          <ac:spMkLst>
            <pc:docMk/>
            <pc:sldMk cId="1715137472" sldId="275"/>
            <ac:spMk id="3" creationId="{59B3F526-3D5B-44A2-93E3-3EA5E78ADEA5}"/>
          </ac:spMkLst>
        </pc:spChg>
      </pc:sldChg>
      <pc:sldChg chg="modSp add">
        <pc:chgData name="Shewell, Colin" userId="cd4ab409-cde4-477f-99d9-90dd4e7c22fd" providerId="ADAL" clId="{86FE09AC-278B-4C00-B63A-A61F0E687F04}" dt="2019-06-11T14:55:59.105" v="2666" actId="403"/>
        <pc:sldMkLst>
          <pc:docMk/>
          <pc:sldMk cId="167653048" sldId="276"/>
        </pc:sldMkLst>
        <pc:spChg chg="mod">
          <ac:chgData name="Shewell, Colin" userId="cd4ab409-cde4-477f-99d9-90dd4e7c22fd" providerId="ADAL" clId="{86FE09AC-278B-4C00-B63A-A61F0E687F04}" dt="2019-06-11T14:55:59.105" v="2666" actId="403"/>
          <ac:spMkLst>
            <pc:docMk/>
            <pc:sldMk cId="167653048" sldId="276"/>
            <ac:spMk id="2" creationId="{4C30301B-8FE0-43D9-8F03-93F6A364B37C}"/>
          </ac:spMkLst>
        </pc:spChg>
        <pc:spChg chg="mod">
          <ac:chgData name="Shewell, Colin" userId="cd4ab409-cde4-477f-99d9-90dd4e7c22fd" providerId="ADAL" clId="{86FE09AC-278B-4C00-B63A-A61F0E687F04}" dt="2019-06-11T14:55:03.068" v="2450" actId="20577"/>
          <ac:spMkLst>
            <pc:docMk/>
            <pc:sldMk cId="167653048" sldId="276"/>
            <ac:spMk id="3" creationId="{37554EE1-C378-4E32-9A2A-0FB926C5CAB9}"/>
          </ac:spMkLst>
        </pc:spChg>
      </pc:sldChg>
      <pc:sldChg chg="modSp add">
        <pc:chgData name="Shewell, Colin" userId="cd4ab409-cde4-477f-99d9-90dd4e7c22fd" providerId="ADAL" clId="{86FE09AC-278B-4C00-B63A-A61F0E687F04}" dt="2019-06-11T14:57:45.777" v="3009" actId="20577"/>
        <pc:sldMkLst>
          <pc:docMk/>
          <pc:sldMk cId="1580491853" sldId="277"/>
        </pc:sldMkLst>
        <pc:spChg chg="mod">
          <ac:chgData name="Shewell, Colin" userId="cd4ab409-cde4-477f-99d9-90dd4e7c22fd" providerId="ADAL" clId="{86FE09AC-278B-4C00-B63A-A61F0E687F04}" dt="2019-06-11T14:57:45.777" v="3009" actId="20577"/>
          <ac:spMkLst>
            <pc:docMk/>
            <pc:sldMk cId="1580491853" sldId="277"/>
            <ac:spMk id="2" creationId="{8E13A5B0-C7C5-40FF-A8A4-FD0E607A45A8}"/>
          </ac:spMkLst>
        </pc:spChg>
        <pc:spChg chg="mod">
          <ac:chgData name="Shewell, Colin" userId="cd4ab409-cde4-477f-99d9-90dd4e7c22fd" providerId="ADAL" clId="{86FE09AC-278B-4C00-B63A-A61F0E687F04}" dt="2019-06-11T14:56:23.312" v="2668"/>
          <ac:spMkLst>
            <pc:docMk/>
            <pc:sldMk cId="1580491853" sldId="277"/>
            <ac:spMk id="3" creationId="{94945D0C-9D7C-4D2E-BEEB-65896AEB3E12}"/>
          </ac:spMkLst>
        </pc:spChg>
      </pc:sldChg>
      <pc:sldChg chg="modSp add">
        <pc:chgData name="Shewell, Colin" userId="cd4ab409-cde4-477f-99d9-90dd4e7c22fd" providerId="ADAL" clId="{86FE09AC-278B-4C00-B63A-A61F0E687F04}" dt="2019-06-11T14:58:37.462" v="3218" actId="20577"/>
        <pc:sldMkLst>
          <pc:docMk/>
          <pc:sldMk cId="1629922588" sldId="278"/>
        </pc:sldMkLst>
        <pc:spChg chg="mod">
          <ac:chgData name="Shewell, Colin" userId="cd4ab409-cde4-477f-99d9-90dd4e7c22fd" providerId="ADAL" clId="{86FE09AC-278B-4C00-B63A-A61F0E687F04}" dt="2019-06-11T14:58:37.462" v="3218" actId="20577"/>
          <ac:spMkLst>
            <pc:docMk/>
            <pc:sldMk cId="1629922588" sldId="278"/>
            <ac:spMk id="2" creationId="{E668D725-38B4-47D8-8774-749BBE17EB8F}"/>
          </ac:spMkLst>
        </pc:spChg>
        <pc:spChg chg="mod">
          <ac:chgData name="Shewell, Colin" userId="cd4ab409-cde4-477f-99d9-90dd4e7c22fd" providerId="ADAL" clId="{86FE09AC-278B-4C00-B63A-A61F0E687F04}" dt="2019-06-11T14:57:53.525" v="3011"/>
          <ac:spMkLst>
            <pc:docMk/>
            <pc:sldMk cId="1629922588" sldId="278"/>
            <ac:spMk id="3" creationId="{34EACDB5-1835-430D-B777-FC9877C48568}"/>
          </ac:spMkLst>
        </pc:spChg>
      </pc:sldChg>
      <pc:sldChg chg="modSp add">
        <pc:chgData name="Shewell, Colin" userId="cd4ab409-cde4-477f-99d9-90dd4e7c22fd" providerId="ADAL" clId="{86FE09AC-278B-4C00-B63A-A61F0E687F04}" dt="2019-06-11T14:59:48.096" v="3463" actId="403"/>
        <pc:sldMkLst>
          <pc:docMk/>
          <pc:sldMk cId="162787258" sldId="279"/>
        </pc:sldMkLst>
        <pc:spChg chg="mod">
          <ac:chgData name="Shewell, Colin" userId="cd4ab409-cde4-477f-99d9-90dd4e7c22fd" providerId="ADAL" clId="{86FE09AC-278B-4C00-B63A-A61F0E687F04}" dt="2019-06-11T14:59:48.096" v="3463" actId="403"/>
          <ac:spMkLst>
            <pc:docMk/>
            <pc:sldMk cId="162787258" sldId="279"/>
            <ac:spMk id="2" creationId="{57F48001-D489-4E18-8FA1-286E24D07CAD}"/>
          </ac:spMkLst>
        </pc:spChg>
        <pc:spChg chg="mod">
          <ac:chgData name="Shewell, Colin" userId="cd4ab409-cde4-477f-99d9-90dd4e7c22fd" providerId="ADAL" clId="{86FE09AC-278B-4C00-B63A-A61F0E687F04}" dt="2019-06-11T14:58:45.995" v="3235" actId="20577"/>
          <ac:spMkLst>
            <pc:docMk/>
            <pc:sldMk cId="162787258" sldId="279"/>
            <ac:spMk id="3" creationId="{5D20A14E-EB04-4F1A-A4BF-ED53FA353E70}"/>
          </ac:spMkLst>
        </pc:spChg>
      </pc:sldChg>
      <pc:sldChg chg="modSp add">
        <pc:chgData name="Shewell, Colin" userId="cd4ab409-cde4-477f-99d9-90dd4e7c22fd" providerId="ADAL" clId="{86FE09AC-278B-4C00-B63A-A61F0E687F04}" dt="2019-06-11T15:00:49.990" v="3694" actId="20577"/>
        <pc:sldMkLst>
          <pc:docMk/>
          <pc:sldMk cId="1709847737" sldId="280"/>
        </pc:sldMkLst>
        <pc:spChg chg="mod">
          <ac:chgData name="Shewell, Colin" userId="cd4ab409-cde4-477f-99d9-90dd4e7c22fd" providerId="ADAL" clId="{86FE09AC-278B-4C00-B63A-A61F0E687F04}" dt="2019-06-11T15:00:49.990" v="3694" actId="20577"/>
          <ac:spMkLst>
            <pc:docMk/>
            <pc:sldMk cId="1709847737" sldId="280"/>
            <ac:spMk id="2" creationId="{C140C620-A55E-4E91-B8BF-3DE7C8908F7D}"/>
          </ac:spMkLst>
        </pc:spChg>
        <pc:spChg chg="mod">
          <ac:chgData name="Shewell, Colin" userId="cd4ab409-cde4-477f-99d9-90dd4e7c22fd" providerId="ADAL" clId="{86FE09AC-278B-4C00-B63A-A61F0E687F04}" dt="2019-06-11T15:00:01.817" v="3501" actId="20577"/>
          <ac:spMkLst>
            <pc:docMk/>
            <pc:sldMk cId="1709847737" sldId="280"/>
            <ac:spMk id="3" creationId="{CF3F1C1E-8322-40D8-A359-FC7D7962711A}"/>
          </ac:spMkLst>
        </pc:spChg>
      </pc:sldChg>
      <pc:sldChg chg="addSp delSp modSp add">
        <pc:chgData name="Shewell, Colin" userId="cd4ab409-cde4-477f-99d9-90dd4e7c22fd" providerId="ADAL" clId="{86FE09AC-278B-4C00-B63A-A61F0E687F04}" dt="2019-06-13T15:13:44.730" v="3728"/>
        <pc:sldMkLst>
          <pc:docMk/>
          <pc:sldMk cId="4189078110" sldId="281"/>
        </pc:sldMkLst>
        <pc:spChg chg="del">
          <ac:chgData name="Shewell, Colin" userId="cd4ab409-cde4-477f-99d9-90dd4e7c22fd" providerId="ADAL" clId="{86FE09AC-278B-4C00-B63A-A61F0E687F04}" dt="2019-06-13T15:13:44.730" v="3728"/>
          <ac:spMkLst>
            <pc:docMk/>
            <pc:sldMk cId="4189078110" sldId="281"/>
            <ac:spMk id="2" creationId="{0045C626-B3DC-4B1F-A5B0-70B8EAE55D0E}"/>
          </ac:spMkLst>
        </pc:spChg>
        <pc:spChg chg="mod">
          <ac:chgData name="Shewell, Colin" userId="cd4ab409-cde4-477f-99d9-90dd4e7c22fd" providerId="ADAL" clId="{86FE09AC-278B-4C00-B63A-A61F0E687F04}" dt="2019-06-13T15:13:41.039" v="3727" actId="20577"/>
          <ac:spMkLst>
            <pc:docMk/>
            <pc:sldMk cId="4189078110" sldId="281"/>
            <ac:spMk id="3" creationId="{72F1000B-2D2A-4EEF-9E52-52F4718801E0}"/>
          </ac:spMkLst>
        </pc:spChg>
        <pc:spChg chg="del">
          <ac:chgData name="Shewell, Colin" userId="cd4ab409-cde4-477f-99d9-90dd4e7c22fd" providerId="ADAL" clId="{86FE09AC-278B-4C00-B63A-A61F0E687F04}" dt="2019-06-13T15:13:44.730" v="3728"/>
          <ac:spMkLst>
            <pc:docMk/>
            <pc:sldMk cId="4189078110" sldId="281"/>
            <ac:spMk id="4" creationId="{EFFFA66F-EB42-4E19-A9D7-4D90CBD2FFCA}"/>
          </ac:spMkLst>
        </pc:spChg>
        <pc:spChg chg="add mod">
          <ac:chgData name="Shewell, Colin" userId="cd4ab409-cde4-477f-99d9-90dd4e7c22fd" providerId="ADAL" clId="{86FE09AC-278B-4C00-B63A-A61F0E687F04}" dt="2019-06-13T15:13:44.730" v="3728"/>
          <ac:spMkLst>
            <pc:docMk/>
            <pc:sldMk cId="4189078110" sldId="281"/>
            <ac:spMk id="5" creationId="{239C4193-DCE6-4BD3-B36A-5741BEB23269}"/>
          </ac:spMkLst>
        </pc:spChg>
        <pc:spChg chg="add mod">
          <ac:chgData name="Shewell, Colin" userId="cd4ab409-cde4-477f-99d9-90dd4e7c22fd" providerId="ADAL" clId="{86FE09AC-278B-4C00-B63A-A61F0E687F04}" dt="2019-06-13T15:13:44.730" v="3728"/>
          <ac:spMkLst>
            <pc:docMk/>
            <pc:sldMk cId="4189078110" sldId="281"/>
            <ac:spMk id="6" creationId="{CE7F16D0-8AEA-4F6A-8A62-3EF37F12582E}"/>
          </ac:spMkLst>
        </pc:spChg>
      </pc:sldChg>
    </pc:docChg>
  </pc:docChgLst>
  <pc:docChgLst>
    <pc:chgData name="Shewell, Colin" userId="cd4ab409-cde4-477f-99d9-90dd4e7c22fd" providerId="ADAL" clId="{4DB487CF-81E1-4420-84D6-46F0489A382C}"/>
    <pc:docChg chg="custSel modSld">
      <pc:chgData name="Shewell, Colin" userId="cd4ab409-cde4-477f-99d9-90dd4e7c22fd" providerId="ADAL" clId="{4DB487CF-81E1-4420-84D6-46F0489A382C}" dt="2020-09-25T10:20:27.847" v="0" actId="478"/>
      <pc:docMkLst>
        <pc:docMk/>
      </pc:docMkLst>
      <pc:sldChg chg="addSp delSp modSp">
        <pc:chgData name="Shewell, Colin" userId="cd4ab409-cde4-477f-99d9-90dd4e7c22fd" providerId="ADAL" clId="{4DB487CF-81E1-4420-84D6-46F0489A382C}" dt="2020-09-25T10:20:27.847" v="0" actId="478"/>
        <pc:sldMkLst>
          <pc:docMk/>
          <pc:sldMk cId="2115765383" sldId="261"/>
        </pc:sldMkLst>
        <pc:spChg chg="del">
          <ac:chgData name="Shewell, Colin" userId="cd4ab409-cde4-477f-99d9-90dd4e7c22fd" providerId="ADAL" clId="{4DB487CF-81E1-4420-84D6-46F0489A382C}" dt="2020-09-25T10:20:27.847" v="0" actId="478"/>
          <ac:spMkLst>
            <pc:docMk/>
            <pc:sldMk cId="2115765383" sldId="261"/>
            <ac:spMk id="4" creationId="{00000000-0000-0000-0000-000000000000}"/>
          </ac:spMkLst>
        </pc:spChg>
        <pc:spChg chg="add mod">
          <ac:chgData name="Shewell, Colin" userId="cd4ab409-cde4-477f-99d9-90dd4e7c22fd" providerId="ADAL" clId="{4DB487CF-81E1-4420-84D6-46F0489A382C}" dt="2020-09-25T10:20:27.847" v="0" actId="478"/>
          <ac:spMkLst>
            <pc:docMk/>
            <pc:sldMk cId="2115765383" sldId="261"/>
            <ac:spMk id="7" creationId="{A8586F71-FB2F-4765-999D-E7881C1B2037}"/>
          </ac:spMkLst>
        </pc:spChg>
      </pc:sldChg>
    </pc:docChg>
  </pc:docChgLst>
  <pc:docChgLst>
    <pc:chgData name="Shewell, Colin" userId="cd4ab409-cde4-477f-99d9-90dd4e7c22fd" providerId="ADAL" clId="{B5282FD6-E070-CC4F-9E1E-0F616F95614D}"/>
    <pc:docChg chg="custSel modSld">
      <pc:chgData name="Shewell, Colin" userId="cd4ab409-cde4-477f-99d9-90dd4e7c22fd" providerId="ADAL" clId="{B5282FD6-E070-CC4F-9E1E-0F616F95614D}" dt="2020-09-28T12:24:54.470" v="5" actId="20577"/>
      <pc:docMkLst>
        <pc:docMk/>
      </pc:docMkLst>
      <pc:sldChg chg="delSp mod">
        <pc:chgData name="Shewell, Colin" userId="cd4ab409-cde4-477f-99d9-90dd4e7c22fd" providerId="ADAL" clId="{B5282FD6-E070-CC4F-9E1E-0F616F95614D}" dt="2020-09-28T12:24:30.776" v="0" actId="478"/>
        <pc:sldMkLst>
          <pc:docMk/>
          <pc:sldMk cId="2115765383" sldId="261"/>
        </pc:sldMkLst>
        <pc:spChg chg="del">
          <ac:chgData name="Shewell, Colin" userId="cd4ab409-cde4-477f-99d9-90dd4e7c22fd" providerId="ADAL" clId="{B5282FD6-E070-CC4F-9E1E-0F616F95614D}" dt="2020-09-28T12:24:30.776" v="0" actId="478"/>
          <ac:spMkLst>
            <pc:docMk/>
            <pc:sldMk cId="2115765383" sldId="261"/>
            <ac:spMk id="7" creationId="{A8586F71-FB2F-4765-999D-E7881C1B2037}"/>
          </ac:spMkLst>
        </pc:spChg>
      </pc:sldChg>
      <pc:sldChg chg="modSp mod">
        <pc:chgData name="Shewell, Colin" userId="cd4ab409-cde4-477f-99d9-90dd4e7c22fd" providerId="ADAL" clId="{B5282FD6-E070-CC4F-9E1E-0F616F95614D}" dt="2020-09-28T12:24:54.470" v="5" actId="20577"/>
        <pc:sldMkLst>
          <pc:docMk/>
          <pc:sldMk cId="3963538712" sldId="264"/>
        </pc:sldMkLst>
        <pc:spChg chg="mod">
          <ac:chgData name="Shewell, Colin" userId="cd4ab409-cde4-477f-99d9-90dd4e7c22fd" providerId="ADAL" clId="{B5282FD6-E070-CC4F-9E1E-0F616F95614D}" dt="2020-09-28T12:24:54.470" v="5" actId="20577"/>
          <ac:spMkLst>
            <pc:docMk/>
            <pc:sldMk cId="3963538712" sldId="264"/>
            <ac:spMk id="2" creationId="{51FDFDD1-031E-4FED-8105-9287DFD6C2D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2AF5E7-E2FE-1145-9869-7B43B6344FF6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85789-F3D9-634F-96C2-BEA085027A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41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39D845-61A1-534E-B44F-B4CDA5FED41D}" type="datetimeFigureOut">
              <a:rPr lang="en-US" smtClean="0"/>
              <a:t>5/14/2024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866683-5F5D-234B-A41B-4703CDF0D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3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right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flipH="1">
            <a:off x="5156679" y="-3176"/>
            <a:ext cx="2708729" cy="144082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661104"/>
              <a:gd name="connsiteY0" fmla="*/ 22225 h 1440827"/>
              <a:gd name="connsiteX1" fmla="*/ 823750 w 2661104"/>
              <a:gd name="connsiteY1" fmla="*/ 0 h 1440827"/>
              <a:gd name="connsiteX2" fmla="*/ 2450968 w 2661104"/>
              <a:gd name="connsiteY2" fmla="*/ 1234522 h 1440827"/>
              <a:gd name="connsiteX3" fmla="*/ 2661104 w 2661104"/>
              <a:gd name="connsiteY3" fmla="*/ 1440827 h 1440827"/>
              <a:gd name="connsiteX4" fmla="*/ 2605866 w 2661104"/>
              <a:gd name="connsiteY4" fmla="*/ 1404869 h 1440827"/>
              <a:gd name="connsiteX5" fmla="*/ 445260 w 2661104"/>
              <a:gd name="connsiteY5" fmla="*/ 229521 h 1440827"/>
              <a:gd name="connsiteX6" fmla="*/ 0 w 2661104"/>
              <a:gd name="connsiteY6" fmla="*/ 22225 h 1440827"/>
              <a:gd name="connsiteX0" fmla="*/ 0 w 2692854"/>
              <a:gd name="connsiteY0" fmla="*/ 3175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3175 h 1440827"/>
              <a:gd name="connsiteX0" fmla="*/ 0 w 2692854"/>
              <a:gd name="connsiteY0" fmla="*/ 6350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6350 h 1440827"/>
              <a:gd name="connsiteX0" fmla="*/ 0 w 2696029"/>
              <a:gd name="connsiteY0" fmla="*/ 0 h 1440827"/>
              <a:gd name="connsiteX1" fmla="*/ 858675 w 2696029"/>
              <a:gd name="connsiteY1" fmla="*/ 0 h 1440827"/>
              <a:gd name="connsiteX2" fmla="*/ 2485893 w 2696029"/>
              <a:gd name="connsiteY2" fmla="*/ 1234522 h 1440827"/>
              <a:gd name="connsiteX3" fmla="*/ 2696029 w 2696029"/>
              <a:gd name="connsiteY3" fmla="*/ 1440827 h 1440827"/>
              <a:gd name="connsiteX4" fmla="*/ 2640791 w 2696029"/>
              <a:gd name="connsiteY4" fmla="*/ 1404869 h 1440827"/>
              <a:gd name="connsiteX5" fmla="*/ 480185 w 2696029"/>
              <a:gd name="connsiteY5" fmla="*/ 229521 h 1440827"/>
              <a:gd name="connsiteX6" fmla="*/ 0 w 2696029"/>
              <a:gd name="connsiteY6" fmla="*/ 0 h 1440827"/>
              <a:gd name="connsiteX0" fmla="*/ 0 w 2708729"/>
              <a:gd name="connsiteY0" fmla="*/ 0 h 1440827"/>
              <a:gd name="connsiteX1" fmla="*/ 871375 w 2708729"/>
              <a:gd name="connsiteY1" fmla="*/ 0 h 1440827"/>
              <a:gd name="connsiteX2" fmla="*/ 2498593 w 2708729"/>
              <a:gd name="connsiteY2" fmla="*/ 1234522 h 1440827"/>
              <a:gd name="connsiteX3" fmla="*/ 2708729 w 2708729"/>
              <a:gd name="connsiteY3" fmla="*/ 1440827 h 1440827"/>
              <a:gd name="connsiteX4" fmla="*/ 2653491 w 2708729"/>
              <a:gd name="connsiteY4" fmla="*/ 1404869 h 1440827"/>
              <a:gd name="connsiteX5" fmla="*/ 492885 w 2708729"/>
              <a:gd name="connsiteY5" fmla="*/ 229521 h 1440827"/>
              <a:gd name="connsiteX6" fmla="*/ 0 w 2708729"/>
              <a:gd name="connsiteY6" fmla="*/ 0 h 14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8729" h="1440827">
                <a:moveTo>
                  <a:pt x="0" y="0"/>
                </a:moveTo>
                <a:lnTo>
                  <a:pt x="871375" y="0"/>
                </a:lnTo>
                <a:cubicBezTo>
                  <a:pt x="1347100" y="320234"/>
                  <a:pt x="1983063" y="755066"/>
                  <a:pt x="2498593" y="1234522"/>
                </a:cubicBezTo>
                <a:lnTo>
                  <a:pt x="2708729" y="1440827"/>
                </a:lnTo>
                <a:lnTo>
                  <a:pt x="2653491" y="1404869"/>
                </a:lnTo>
                <a:cubicBezTo>
                  <a:pt x="2354584" y="1214301"/>
                  <a:pt x="1486222" y="706715"/>
                  <a:pt x="492885" y="229521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 flipH="1">
            <a:off x="5164299" y="2"/>
            <a:ext cx="3983784" cy="6874330"/>
          </a:xfrm>
          <a:custGeom>
            <a:avLst/>
            <a:gdLst>
              <a:gd name="connsiteX0" fmla="*/ 0 w 3209925"/>
              <a:gd name="connsiteY0" fmla="*/ 0 h 6858000"/>
              <a:gd name="connsiteX1" fmla="*/ 1760515 w 3209925"/>
              <a:gd name="connsiteY1" fmla="*/ 0 h 6858000"/>
              <a:gd name="connsiteX2" fmla="*/ 3209925 w 3209925"/>
              <a:gd name="connsiteY2" fmla="*/ 1449410 h 6858000"/>
              <a:gd name="connsiteX3" fmla="*/ 3209925 w 3209925"/>
              <a:gd name="connsiteY3" fmla="*/ 6858000 h 6858000"/>
              <a:gd name="connsiteX4" fmla="*/ 0 w 3209925"/>
              <a:gd name="connsiteY4" fmla="*/ 6858000 h 6858000"/>
              <a:gd name="connsiteX5" fmla="*/ 0 w 3209925"/>
              <a:gd name="connsiteY5" fmla="*/ 0 h 6858000"/>
              <a:gd name="connsiteX0" fmla="*/ 0 w 4416933"/>
              <a:gd name="connsiteY0" fmla="*/ 0 h 6858000"/>
              <a:gd name="connsiteX1" fmla="*/ 1760515 w 4416933"/>
              <a:gd name="connsiteY1" fmla="*/ 0 h 6858000"/>
              <a:gd name="connsiteX2" fmla="*/ 4416933 w 4416933"/>
              <a:gd name="connsiteY2" fmla="*/ 1449410 h 6858000"/>
              <a:gd name="connsiteX3" fmla="*/ 3209925 w 4416933"/>
              <a:gd name="connsiteY3" fmla="*/ 6858000 h 6858000"/>
              <a:gd name="connsiteX4" fmla="*/ 0 w 4416933"/>
              <a:gd name="connsiteY4" fmla="*/ 6858000 h 6858000"/>
              <a:gd name="connsiteX5" fmla="*/ 0 w 4416933"/>
              <a:gd name="connsiteY5" fmla="*/ 0 h 6858000"/>
              <a:gd name="connsiteX0" fmla="*/ 0 w 4420108"/>
              <a:gd name="connsiteY0" fmla="*/ 0 h 6858000"/>
              <a:gd name="connsiteX1" fmla="*/ 1760515 w 4420108"/>
              <a:gd name="connsiteY1" fmla="*/ 0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625033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625033 w 5045141"/>
              <a:gd name="connsiteY5" fmla="*/ 0 h 6858000"/>
              <a:gd name="connsiteX0" fmla="*/ 11575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11575 w 5045141"/>
              <a:gd name="connsiteY5" fmla="*/ 0 h 6858000"/>
              <a:gd name="connsiteX0" fmla="*/ 787182 w 5045141"/>
              <a:gd name="connsiteY0" fmla="*/ 4989 h 6854825"/>
              <a:gd name="connsiteX1" fmla="*/ 2360148 w 5045141"/>
              <a:gd name="connsiteY1" fmla="*/ 0 h 6854825"/>
              <a:gd name="connsiteX2" fmla="*/ 5045141 w 5045141"/>
              <a:gd name="connsiteY2" fmla="*/ 1430360 h 6854825"/>
              <a:gd name="connsiteX3" fmla="*/ 3834958 w 5045141"/>
              <a:gd name="connsiteY3" fmla="*/ 6854825 h 6854825"/>
              <a:gd name="connsiteX4" fmla="*/ 0 w 5045141"/>
              <a:gd name="connsiteY4" fmla="*/ 6854825 h 6854825"/>
              <a:gd name="connsiteX5" fmla="*/ 787182 w 5045141"/>
              <a:gd name="connsiteY5" fmla="*/ 4989 h 6854825"/>
              <a:gd name="connsiteX0" fmla="*/ 41 w 4258000"/>
              <a:gd name="connsiteY0" fmla="*/ 4989 h 6854825"/>
              <a:gd name="connsiteX1" fmla="*/ 1573007 w 4258000"/>
              <a:gd name="connsiteY1" fmla="*/ 0 h 6854825"/>
              <a:gd name="connsiteX2" fmla="*/ 4258000 w 4258000"/>
              <a:gd name="connsiteY2" fmla="*/ 1430360 h 6854825"/>
              <a:gd name="connsiteX3" fmla="*/ 3047817 w 4258000"/>
              <a:gd name="connsiteY3" fmla="*/ 6854825 h 6854825"/>
              <a:gd name="connsiteX4" fmla="*/ 266052 w 4258000"/>
              <a:gd name="connsiteY4" fmla="*/ 6854825 h 6854825"/>
              <a:gd name="connsiteX5" fmla="*/ 41 w 4258000"/>
              <a:gd name="connsiteY5" fmla="*/ 4989 h 6854825"/>
              <a:gd name="connsiteX0" fmla="*/ 21 w 4257980"/>
              <a:gd name="connsiteY0" fmla="*/ 4989 h 6862990"/>
              <a:gd name="connsiteX1" fmla="*/ 1572987 w 4257980"/>
              <a:gd name="connsiteY1" fmla="*/ 0 h 6862990"/>
              <a:gd name="connsiteX2" fmla="*/ 4257980 w 4257980"/>
              <a:gd name="connsiteY2" fmla="*/ 1430360 h 6862990"/>
              <a:gd name="connsiteX3" fmla="*/ 3047797 w 4257980"/>
              <a:gd name="connsiteY3" fmla="*/ 6854825 h 6862990"/>
              <a:gd name="connsiteX4" fmla="*/ 535453 w 4257980"/>
              <a:gd name="connsiteY4" fmla="*/ 6862990 h 6862990"/>
              <a:gd name="connsiteX5" fmla="*/ 21 w 4257980"/>
              <a:gd name="connsiteY5" fmla="*/ 4989 h 6862990"/>
              <a:gd name="connsiteX0" fmla="*/ 39 w 4257998"/>
              <a:gd name="connsiteY0" fmla="*/ 4989 h 6871155"/>
              <a:gd name="connsiteX1" fmla="*/ 1573005 w 4257998"/>
              <a:gd name="connsiteY1" fmla="*/ 0 h 6871155"/>
              <a:gd name="connsiteX2" fmla="*/ 4257998 w 4257998"/>
              <a:gd name="connsiteY2" fmla="*/ 1430360 h 6871155"/>
              <a:gd name="connsiteX3" fmla="*/ 3047815 w 4257998"/>
              <a:gd name="connsiteY3" fmla="*/ 6854825 h 6871155"/>
              <a:gd name="connsiteX4" fmla="*/ 274214 w 4257998"/>
              <a:gd name="connsiteY4" fmla="*/ 6871155 h 6871155"/>
              <a:gd name="connsiteX5" fmla="*/ 39 w 4257998"/>
              <a:gd name="connsiteY5" fmla="*/ 4989 h 6871155"/>
              <a:gd name="connsiteX0" fmla="*/ 484 w 3997186"/>
              <a:gd name="connsiteY0" fmla="*/ 0 h 6890659"/>
              <a:gd name="connsiteX1" fmla="*/ 1312193 w 3997186"/>
              <a:gd name="connsiteY1" fmla="*/ 19504 h 6890659"/>
              <a:gd name="connsiteX2" fmla="*/ 3997186 w 3997186"/>
              <a:gd name="connsiteY2" fmla="*/ 1449864 h 6890659"/>
              <a:gd name="connsiteX3" fmla="*/ 2787003 w 3997186"/>
              <a:gd name="connsiteY3" fmla="*/ 6874329 h 6890659"/>
              <a:gd name="connsiteX4" fmla="*/ 13402 w 3997186"/>
              <a:gd name="connsiteY4" fmla="*/ 6890659 h 6890659"/>
              <a:gd name="connsiteX5" fmla="*/ 484 w 3997186"/>
              <a:gd name="connsiteY5" fmla="*/ 0 h 6890659"/>
              <a:gd name="connsiteX0" fmla="*/ 223846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223846 w 3983784"/>
              <a:gd name="connsiteY5" fmla="*/ 0 h 6874330"/>
              <a:gd name="connsiteX0" fmla="*/ 3411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3411 w 3983784"/>
              <a:gd name="connsiteY5" fmla="*/ 0 h 687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83784" h="6874330">
                <a:moveTo>
                  <a:pt x="3411" y="0"/>
                </a:moveTo>
                <a:lnTo>
                  <a:pt x="1298791" y="3175"/>
                </a:lnTo>
                <a:cubicBezTo>
                  <a:pt x="2555739" y="568862"/>
                  <a:pt x="3726961" y="1261548"/>
                  <a:pt x="3983784" y="1433535"/>
                </a:cubicBezTo>
                <a:lnTo>
                  <a:pt x="2773601" y="6858000"/>
                </a:lnTo>
                <a:lnTo>
                  <a:pt x="0" y="6874330"/>
                </a:lnTo>
                <a:cubicBezTo>
                  <a:pt x="3858" y="4588330"/>
                  <a:pt x="-447" y="2286000"/>
                  <a:pt x="341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below to add picture</a:t>
            </a:r>
          </a:p>
        </p:txBody>
      </p:sp>
      <p:sp>
        <p:nvSpPr>
          <p:cNvPr id="9" name="Freeform 8"/>
          <p:cNvSpPr/>
          <p:nvPr userDrawn="1"/>
        </p:nvSpPr>
        <p:spPr>
          <a:xfrm flipH="1">
            <a:off x="5171712" y="144081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2"/>
            <a:ext cx="4389115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6" y="4769643"/>
            <a:ext cx="4573573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6" y="381460"/>
            <a:ext cx="1344797" cy="743147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39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left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336549" y="2681288"/>
            <a:ext cx="429930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336548" y="3175429"/>
            <a:ext cx="429930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336549" y="4769643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60"/>
            <a:ext cx="1344797" cy="743147"/>
          </a:xfrm>
          <a:prstGeom prst="rect">
            <a:avLst/>
          </a:prstGeom>
        </p:spPr>
      </p:pic>
      <p:sp>
        <p:nvSpPr>
          <p:cNvPr id="15" name="TextBox 14"/>
          <p:cNvSpPr txBox="1">
            <a:spLocks/>
          </p:cNvSpPr>
          <p:nvPr userDrawn="1"/>
        </p:nvSpPr>
        <p:spPr>
          <a:xfrm>
            <a:off x="2808483" y="3824449"/>
            <a:ext cx="940694" cy="3042696"/>
          </a:xfrm>
          <a:custGeom>
            <a:avLst/>
            <a:gdLst>
              <a:gd name="connsiteX0" fmla="*/ 940694 w 940694"/>
              <a:gd name="connsiteY0" fmla="*/ 0 h 3042696"/>
              <a:gd name="connsiteX1" fmla="*/ 930863 w 940694"/>
              <a:gd name="connsiteY1" fmla="*/ 293732 h 3042696"/>
              <a:gd name="connsiteX2" fmla="*/ 684107 w 940694"/>
              <a:gd name="connsiteY2" fmla="*/ 2408921 h 3042696"/>
              <a:gd name="connsiteX3" fmla="*/ 577814 w 940694"/>
              <a:gd name="connsiteY3" fmla="*/ 2974932 h 3042696"/>
              <a:gd name="connsiteX4" fmla="*/ 565088 w 940694"/>
              <a:gd name="connsiteY4" fmla="*/ 3042696 h 3042696"/>
              <a:gd name="connsiteX5" fmla="*/ 0 w 940694"/>
              <a:gd name="connsiteY5" fmla="*/ 3042696 h 3042696"/>
              <a:gd name="connsiteX6" fmla="*/ 0 w 940694"/>
              <a:gd name="connsiteY6" fmla="*/ 3042695 h 3042696"/>
              <a:gd name="connsiteX7" fmla="*/ 8357 w 940694"/>
              <a:gd name="connsiteY7" fmla="*/ 3042695 h 3042696"/>
              <a:gd name="connsiteX8" fmla="*/ 38235 w 940694"/>
              <a:gd name="connsiteY8" fmla="*/ 2964086 h 3042696"/>
              <a:gd name="connsiteX9" fmla="*/ 242843 w 940694"/>
              <a:gd name="connsiteY9" fmla="*/ 2425753 h 3042696"/>
              <a:gd name="connsiteX10" fmla="*/ 928311 w 940694"/>
              <a:gd name="connsiteY10" fmla="*/ 65588 h 304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0694" h="3042696">
                <a:moveTo>
                  <a:pt x="940694" y="0"/>
                </a:moveTo>
                <a:lnTo>
                  <a:pt x="930863" y="293732"/>
                </a:lnTo>
                <a:cubicBezTo>
                  <a:pt x="896378" y="1051293"/>
                  <a:pt x="802043" y="1741153"/>
                  <a:pt x="684107" y="2408921"/>
                </a:cubicBezTo>
                <a:lnTo>
                  <a:pt x="577814" y="2974932"/>
                </a:lnTo>
                <a:lnTo>
                  <a:pt x="565088" y="3042696"/>
                </a:lnTo>
                <a:lnTo>
                  <a:pt x="0" y="3042696"/>
                </a:lnTo>
                <a:lnTo>
                  <a:pt x="0" y="3042695"/>
                </a:lnTo>
                <a:lnTo>
                  <a:pt x="8357" y="3042695"/>
                </a:lnTo>
                <a:lnTo>
                  <a:pt x="38235" y="2964086"/>
                </a:lnTo>
                <a:lnTo>
                  <a:pt x="242843" y="2425753"/>
                </a:lnTo>
                <a:cubicBezTo>
                  <a:pt x="510320" y="1698400"/>
                  <a:pt x="752553" y="937203"/>
                  <a:pt x="928311" y="65588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>
            <a:off x="3547606" y="820638"/>
            <a:ext cx="475808" cy="3003811"/>
          </a:xfrm>
          <a:custGeom>
            <a:avLst/>
            <a:gdLst>
              <a:gd name="connsiteX0" fmla="*/ 0 w 515930"/>
              <a:gd name="connsiteY0" fmla="*/ 0 h 3006986"/>
              <a:gd name="connsiteX1" fmla="*/ 40122 w 515930"/>
              <a:gd name="connsiteY1" fmla="*/ 3291 h 3006986"/>
              <a:gd name="connsiteX2" fmla="*/ 515930 w 515930"/>
              <a:gd name="connsiteY2" fmla="*/ 49906 h 3006986"/>
              <a:gd name="connsiteX3" fmla="*/ 292022 w 515930"/>
              <a:gd name="connsiteY3" fmla="*/ 2740393 h 3006986"/>
              <a:gd name="connsiteX4" fmla="*/ 241692 w 515930"/>
              <a:gd name="connsiteY4" fmla="*/ 3006986 h 3006986"/>
              <a:gd name="connsiteX5" fmla="*/ 242870 w 515930"/>
              <a:gd name="connsiteY5" fmla="*/ 2971771 h 3006986"/>
              <a:gd name="connsiteX6" fmla="*/ 61475 w 515930"/>
              <a:gd name="connsiteY6" fmla="*/ 369997 h 3006986"/>
              <a:gd name="connsiteX7" fmla="*/ 0 w 515930"/>
              <a:gd name="connsiteY7" fmla="*/ 0 h 3006986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21353 w 475808"/>
              <a:gd name="connsiteY6" fmla="*/ 366822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808" h="3003811">
                <a:moveTo>
                  <a:pt x="1153" y="0"/>
                </a:moveTo>
                <a:lnTo>
                  <a:pt x="0" y="116"/>
                </a:lnTo>
                <a:lnTo>
                  <a:pt x="475808" y="46731"/>
                </a:lnTo>
                <a:cubicBezTo>
                  <a:pt x="474427" y="1069625"/>
                  <a:pt x="390584" y="1949355"/>
                  <a:pt x="251900" y="2737218"/>
                </a:cubicBezTo>
                <a:lnTo>
                  <a:pt x="201570" y="3003811"/>
                </a:lnTo>
                <a:cubicBezTo>
                  <a:pt x="201963" y="2992073"/>
                  <a:pt x="202355" y="2980334"/>
                  <a:pt x="202748" y="2968596"/>
                </a:cubicBezTo>
                <a:cubicBezTo>
                  <a:pt x="238444" y="2139960"/>
                  <a:pt x="151962" y="1345056"/>
                  <a:pt x="43578" y="369997"/>
                </a:cubicBezTo>
                <a:lnTo>
                  <a:pt x="1153" y="0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-11555" y="677722"/>
            <a:ext cx="3778706" cy="6189423"/>
          </a:xfrm>
          <a:custGeom>
            <a:avLst/>
            <a:gdLst>
              <a:gd name="connsiteX0" fmla="*/ 0 w 5462588"/>
              <a:gd name="connsiteY0" fmla="*/ 0 h 6049962"/>
              <a:gd name="connsiteX1" fmla="*/ 4552138 w 5462588"/>
              <a:gd name="connsiteY1" fmla="*/ 0 h 6049962"/>
              <a:gd name="connsiteX2" fmla="*/ 5462588 w 5462588"/>
              <a:gd name="connsiteY2" fmla="*/ 910450 h 6049962"/>
              <a:gd name="connsiteX3" fmla="*/ 5462588 w 5462588"/>
              <a:gd name="connsiteY3" fmla="*/ 6049962 h 6049962"/>
              <a:gd name="connsiteX4" fmla="*/ 0 w 5462588"/>
              <a:gd name="connsiteY4" fmla="*/ 6049962 h 6049962"/>
              <a:gd name="connsiteX5" fmla="*/ 0 w 5462588"/>
              <a:gd name="connsiteY5" fmla="*/ 0 h 6049962"/>
              <a:gd name="connsiteX0" fmla="*/ 0 w 5503709"/>
              <a:gd name="connsiteY0" fmla="*/ 0 h 6049962"/>
              <a:gd name="connsiteX1" fmla="*/ 5503709 w 5503709"/>
              <a:gd name="connsiteY1" fmla="*/ 7434 h 6049962"/>
              <a:gd name="connsiteX2" fmla="*/ 5462588 w 5503709"/>
              <a:gd name="connsiteY2" fmla="*/ 910450 h 6049962"/>
              <a:gd name="connsiteX3" fmla="*/ 5462588 w 5503709"/>
              <a:gd name="connsiteY3" fmla="*/ 6049962 h 6049962"/>
              <a:gd name="connsiteX4" fmla="*/ 0 w 5503709"/>
              <a:gd name="connsiteY4" fmla="*/ 6049962 h 6049962"/>
              <a:gd name="connsiteX5" fmla="*/ 0 w 5503709"/>
              <a:gd name="connsiteY5" fmla="*/ 0 h 6049962"/>
              <a:gd name="connsiteX0" fmla="*/ 0 w 5503709"/>
              <a:gd name="connsiteY0" fmla="*/ 104097 h 6154059"/>
              <a:gd name="connsiteX1" fmla="*/ 5503709 w 5503709"/>
              <a:gd name="connsiteY1" fmla="*/ 111531 h 6154059"/>
              <a:gd name="connsiteX2" fmla="*/ 5462588 w 5503709"/>
              <a:gd name="connsiteY2" fmla="*/ 1014547 h 6154059"/>
              <a:gd name="connsiteX3" fmla="*/ 5462588 w 5503709"/>
              <a:gd name="connsiteY3" fmla="*/ 6154059 h 6154059"/>
              <a:gd name="connsiteX4" fmla="*/ 0 w 5503709"/>
              <a:gd name="connsiteY4" fmla="*/ 6154059 h 6154059"/>
              <a:gd name="connsiteX5" fmla="*/ 0 w 5503709"/>
              <a:gd name="connsiteY5" fmla="*/ 104097 h 6154059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5462588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4786080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693046"/>
              <a:gd name="connsiteY0" fmla="*/ 143333 h 6193295"/>
              <a:gd name="connsiteX1" fmla="*/ 5503709 w 5693046"/>
              <a:gd name="connsiteY1" fmla="*/ 150767 h 6193295"/>
              <a:gd name="connsiteX2" fmla="*/ 5693046 w 5693046"/>
              <a:gd name="connsiteY2" fmla="*/ 3179949 h 6193295"/>
              <a:gd name="connsiteX3" fmla="*/ 4786080 w 5693046"/>
              <a:gd name="connsiteY3" fmla="*/ 6193295 h 6193295"/>
              <a:gd name="connsiteX4" fmla="*/ 0 w 5693046"/>
              <a:gd name="connsiteY4" fmla="*/ 6193295 h 6193295"/>
              <a:gd name="connsiteX5" fmla="*/ 0 w 5693046"/>
              <a:gd name="connsiteY5" fmla="*/ 143333 h 6193295"/>
              <a:gd name="connsiteX0" fmla="*/ 0 w 5705796"/>
              <a:gd name="connsiteY0" fmla="*/ 143333 h 6193295"/>
              <a:gd name="connsiteX1" fmla="*/ 5503709 w 5705796"/>
              <a:gd name="connsiteY1" fmla="*/ 150767 h 6193295"/>
              <a:gd name="connsiteX2" fmla="*/ 5693046 w 5705796"/>
              <a:gd name="connsiteY2" fmla="*/ 3179949 h 6193295"/>
              <a:gd name="connsiteX3" fmla="*/ 4786080 w 5705796"/>
              <a:gd name="connsiteY3" fmla="*/ 6193295 h 6193295"/>
              <a:gd name="connsiteX4" fmla="*/ 0 w 5705796"/>
              <a:gd name="connsiteY4" fmla="*/ 6193295 h 6193295"/>
              <a:gd name="connsiteX5" fmla="*/ 0 w 5705796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1920240 w 5708471"/>
              <a:gd name="connsiteY0" fmla="*/ 80600 h 6267722"/>
              <a:gd name="connsiteX1" fmla="*/ 5503709 w 5708471"/>
              <a:gd name="connsiteY1" fmla="*/ 225194 h 6267722"/>
              <a:gd name="connsiteX2" fmla="*/ 5693046 w 5708471"/>
              <a:gd name="connsiteY2" fmla="*/ 3254376 h 6267722"/>
              <a:gd name="connsiteX3" fmla="*/ 4786080 w 5708471"/>
              <a:gd name="connsiteY3" fmla="*/ 6267722 h 6267722"/>
              <a:gd name="connsiteX4" fmla="*/ 0 w 5708471"/>
              <a:gd name="connsiteY4" fmla="*/ 6267722 h 6267722"/>
              <a:gd name="connsiteX5" fmla="*/ 1920240 w 5708471"/>
              <a:gd name="connsiteY5" fmla="*/ 80600 h 6267722"/>
              <a:gd name="connsiteX0" fmla="*/ 0 w 3788231"/>
              <a:gd name="connsiteY0" fmla="*/ 80600 h 6322586"/>
              <a:gd name="connsiteX1" fmla="*/ 3583469 w 3788231"/>
              <a:gd name="connsiteY1" fmla="*/ 225194 h 6322586"/>
              <a:gd name="connsiteX2" fmla="*/ 3772806 w 3788231"/>
              <a:gd name="connsiteY2" fmla="*/ 3254376 h 6322586"/>
              <a:gd name="connsiteX3" fmla="*/ 2865840 w 3788231"/>
              <a:gd name="connsiteY3" fmla="*/ 6267722 h 6322586"/>
              <a:gd name="connsiteX4" fmla="*/ 91440 w 3788231"/>
              <a:gd name="connsiteY4" fmla="*/ 6322586 h 6322586"/>
              <a:gd name="connsiteX5" fmla="*/ 0 w 3788231"/>
              <a:gd name="connsiteY5" fmla="*/ 80600 h 6322586"/>
              <a:gd name="connsiteX0" fmla="*/ 0 w 3788231"/>
              <a:gd name="connsiteY0" fmla="*/ 80600 h 6286010"/>
              <a:gd name="connsiteX1" fmla="*/ 3583469 w 3788231"/>
              <a:gd name="connsiteY1" fmla="*/ 225194 h 6286010"/>
              <a:gd name="connsiteX2" fmla="*/ 3772806 w 3788231"/>
              <a:gd name="connsiteY2" fmla="*/ 3254376 h 6286010"/>
              <a:gd name="connsiteX3" fmla="*/ 2865840 w 3788231"/>
              <a:gd name="connsiteY3" fmla="*/ 6267722 h 6286010"/>
              <a:gd name="connsiteX4" fmla="*/ 0 w 3788231"/>
              <a:gd name="connsiteY4" fmla="*/ 6286010 h 6286010"/>
              <a:gd name="connsiteX5" fmla="*/ 0 w 3788231"/>
              <a:gd name="connsiteY5" fmla="*/ 80600 h 6286010"/>
              <a:gd name="connsiteX0" fmla="*/ 28575 w 3788231"/>
              <a:gd name="connsiteY0" fmla="*/ 81647 h 6283882"/>
              <a:gd name="connsiteX1" fmla="*/ 3583469 w 3788231"/>
              <a:gd name="connsiteY1" fmla="*/ 223066 h 6283882"/>
              <a:gd name="connsiteX2" fmla="*/ 3772806 w 3788231"/>
              <a:gd name="connsiteY2" fmla="*/ 3252248 h 6283882"/>
              <a:gd name="connsiteX3" fmla="*/ 2865840 w 3788231"/>
              <a:gd name="connsiteY3" fmla="*/ 6265594 h 6283882"/>
              <a:gd name="connsiteX4" fmla="*/ 0 w 3788231"/>
              <a:gd name="connsiteY4" fmla="*/ 6283882 h 6283882"/>
              <a:gd name="connsiteX5" fmla="*/ 28575 w 3788231"/>
              <a:gd name="connsiteY5" fmla="*/ 81647 h 6283882"/>
              <a:gd name="connsiteX0" fmla="*/ 41275 w 3800931"/>
              <a:gd name="connsiteY0" fmla="*/ 81647 h 6274357"/>
              <a:gd name="connsiteX1" fmla="*/ 3596169 w 3800931"/>
              <a:gd name="connsiteY1" fmla="*/ 223066 h 6274357"/>
              <a:gd name="connsiteX2" fmla="*/ 3785506 w 3800931"/>
              <a:gd name="connsiteY2" fmla="*/ 3252248 h 6274357"/>
              <a:gd name="connsiteX3" fmla="*/ 2878540 w 3800931"/>
              <a:gd name="connsiteY3" fmla="*/ 6265594 h 6274357"/>
              <a:gd name="connsiteX4" fmla="*/ 0 w 3800931"/>
              <a:gd name="connsiteY4" fmla="*/ 6274357 h 6274357"/>
              <a:gd name="connsiteX5" fmla="*/ 41275 w 3800931"/>
              <a:gd name="connsiteY5" fmla="*/ 81647 h 6274357"/>
              <a:gd name="connsiteX0" fmla="*/ 31750 w 3791406"/>
              <a:gd name="connsiteY0" fmla="*/ 81647 h 6277532"/>
              <a:gd name="connsiteX1" fmla="*/ 3586644 w 3791406"/>
              <a:gd name="connsiteY1" fmla="*/ 223066 h 6277532"/>
              <a:gd name="connsiteX2" fmla="*/ 3775981 w 3791406"/>
              <a:gd name="connsiteY2" fmla="*/ 3252248 h 6277532"/>
              <a:gd name="connsiteX3" fmla="*/ 2869015 w 3791406"/>
              <a:gd name="connsiteY3" fmla="*/ 6265594 h 6277532"/>
              <a:gd name="connsiteX4" fmla="*/ 0 w 3791406"/>
              <a:gd name="connsiteY4" fmla="*/ 6277532 h 6277532"/>
              <a:gd name="connsiteX5" fmla="*/ 31750 w 3791406"/>
              <a:gd name="connsiteY5" fmla="*/ 81647 h 6277532"/>
              <a:gd name="connsiteX0" fmla="*/ 31750 w 3791406"/>
              <a:gd name="connsiteY0" fmla="*/ 35321 h 6231206"/>
              <a:gd name="connsiteX1" fmla="*/ 3586644 w 3791406"/>
              <a:gd name="connsiteY1" fmla="*/ 176740 h 6231206"/>
              <a:gd name="connsiteX2" fmla="*/ 3775981 w 3791406"/>
              <a:gd name="connsiteY2" fmla="*/ 3205922 h 6231206"/>
              <a:gd name="connsiteX3" fmla="*/ 2869015 w 3791406"/>
              <a:gd name="connsiteY3" fmla="*/ 6219268 h 6231206"/>
              <a:gd name="connsiteX4" fmla="*/ 0 w 3791406"/>
              <a:gd name="connsiteY4" fmla="*/ 6231206 h 6231206"/>
              <a:gd name="connsiteX5" fmla="*/ 31750 w 3791406"/>
              <a:gd name="connsiteY5" fmla="*/ 35321 h 6231206"/>
              <a:gd name="connsiteX0" fmla="*/ 31750 w 3791406"/>
              <a:gd name="connsiteY0" fmla="*/ 19801 h 6215686"/>
              <a:gd name="connsiteX1" fmla="*/ 3586644 w 3791406"/>
              <a:gd name="connsiteY1" fmla="*/ 161220 h 6215686"/>
              <a:gd name="connsiteX2" fmla="*/ 3775981 w 3791406"/>
              <a:gd name="connsiteY2" fmla="*/ 3190402 h 6215686"/>
              <a:gd name="connsiteX3" fmla="*/ 2869015 w 3791406"/>
              <a:gd name="connsiteY3" fmla="*/ 6203748 h 6215686"/>
              <a:gd name="connsiteX4" fmla="*/ 0 w 3791406"/>
              <a:gd name="connsiteY4" fmla="*/ 6215686 h 6215686"/>
              <a:gd name="connsiteX5" fmla="*/ 31750 w 3791406"/>
              <a:gd name="connsiteY5" fmla="*/ 19801 h 6215686"/>
              <a:gd name="connsiteX0" fmla="*/ 31750 w 3791406"/>
              <a:gd name="connsiteY0" fmla="*/ 9351 h 6205236"/>
              <a:gd name="connsiteX1" fmla="*/ 3586644 w 3791406"/>
              <a:gd name="connsiteY1" fmla="*/ 150770 h 6205236"/>
              <a:gd name="connsiteX2" fmla="*/ 3775981 w 3791406"/>
              <a:gd name="connsiteY2" fmla="*/ 3179952 h 6205236"/>
              <a:gd name="connsiteX3" fmla="*/ 2869015 w 3791406"/>
              <a:gd name="connsiteY3" fmla="*/ 6193298 h 6205236"/>
              <a:gd name="connsiteX4" fmla="*/ 0 w 3791406"/>
              <a:gd name="connsiteY4" fmla="*/ 6205236 h 6205236"/>
              <a:gd name="connsiteX5" fmla="*/ 31750 w 3791406"/>
              <a:gd name="connsiteY5" fmla="*/ 9351 h 6205236"/>
              <a:gd name="connsiteX0" fmla="*/ 15875 w 3791406"/>
              <a:gd name="connsiteY0" fmla="*/ 11826 h 6201361"/>
              <a:gd name="connsiteX1" fmla="*/ 3586644 w 3791406"/>
              <a:gd name="connsiteY1" fmla="*/ 146895 h 6201361"/>
              <a:gd name="connsiteX2" fmla="*/ 3775981 w 3791406"/>
              <a:gd name="connsiteY2" fmla="*/ 3176077 h 6201361"/>
              <a:gd name="connsiteX3" fmla="*/ 2869015 w 3791406"/>
              <a:gd name="connsiteY3" fmla="*/ 6189423 h 6201361"/>
              <a:gd name="connsiteX4" fmla="*/ 0 w 3791406"/>
              <a:gd name="connsiteY4" fmla="*/ 6201361 h 6201361"/>
              <a:gd name="connsiteX5" fmla="*/ 15875 w 3791406"/>
              <a:gd name="connsiteY5" fmla="*/ 11826 h 6201361"/>
              <a:gd name="connsiteX0" fmla="*/ 22225 w 3797756"/>
              <a:gd name="connsiteY0" fmla="*/ 11826 h 6198186"/>
              <a:gd name="connsiteX1" fmla="*/ 3592994 w 3797756"/>
              <a:gd name="connsiteY1" fmla="*/ 146895 h 6198186"/>
              <a:gd name="connsiteX2" fmla="*/ 3782331 w 3797756"/>
              <a:gd name="connsiteY2" fmla="*/ 3176077 h 6198186"/>
              <a:gd name="connsiteX3" fmla="*/ 2875365 w 3797756"/>
              <a:gd name="connsiteY3" fmla="*/ 6189423 h 6198186"/>
              <a:gd name="connsiteX4" fmla="*/ 0 w 3797756"/>
              <a:gd name="connsiteY4" fmla="*/ 6198186 h 6198186"/>
              <a:gd name="connsiteX5" fmla="*/ 22225 w 3797756"/>
              <a:gd name="connsiteY5" fmla="*/ 11826 h 6198186"/>
              <a:gd name="connsiteX0" fmla="*/ 271 w 3775802"/>
              <a:gd name="connsiteY0" fmla="*/ 11826 h 6195011"/>
              <a:gd name="connsiteX1" fmla="*/ 3571040 w 3775802"/>
              <a:gd name="connsiteY1" fmla="*/ 146895 h 6195011"/>
              <a:gd name="connsiteX2" fmla="*/ 3760377 w 3775802"/>
              <a:gd name="connsiteY2" fmla="*/ 3176077 h 6195011"/>
              <a:gd name="connsiteX3" fmla="*/ 2853411 w 3775802"/>
              <a:gd name="connsiteY3" fmla="*/ 6189423 h 6195011"/>
              <a:gd name="connsiteX4" fmla="*/ 63771 w 3775802"/>
              <a:gd name="connsiteY4" fmla="*/ 6195011 h 6195011"/>
              <a:gd name="connsiteX5" fmla="*/ 271 w 3775802"/>
              <a:gd name="connsiteY5" fmla="*/ 11826 h 6195011"/>
              <a:gd name="connsiteX0" fmla="*/ 3175 w 3778706"/>
              <a:gd name="connsiteY0" fmla="*/ 11826 h 6189423"/>
              <a:gd name="connsiteX1" fmla="*/ 3573944 w 3778706"/>
              <a:gd name="connsiteY1" fmla="*/ 146895 h 6189423"/>
              <a:gd name="connsiteX2" fmla="*/ 3763281 w 3778706"/>
              <a:gd name="connsiteY2" fmla="*/ 3176077 h 6189423"/>
              <a:gd name="connsiteX3" fmla="*/ 2856315 w 3778706"/>
              <a:gd name="connsiteY3" fmla="*/ 6189423 h 6189423"/>
              <a:gd name="connsiteX4" fmla="*/ 0 w 3778706"/>
              <a:gd name="connsiteY4" fmla="*/ 6188661 h 6189423"/>
              <a:gd name="connsiteX5" fmla="*/ 3175 w 3778706"/>
              <a:gd name="connsiteY5" fmla="*/ 11826 h 618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8706" h="6189423">
                <a:moveTo>
                  <a:pt x="3175" y="11826"/>
                </a:moveTo>
                <a:cubicBezTo>
                  <a:pt x="490152" y="19105"/>
                  <a:pt x="977762" y="-69160"/>
                  <a:pt x="3573944" y="146895"/>
                </a:cubicBezTo>
                <a:cubicBezTo>
                  <a:pt x="3681661" y="1164056"/>
                  <a:pt x="3826549" y="2114311"/>
                  <a:pt x="3763281" y="3176077"/>
                </a:cubicBezTo>
                <a:cubicBezTo>
                  <a:pt x="3557603" y="4210263"/>
                  <a:pt x="3232979" y="5214711"/>
                  <a:pt x="2856315" y="6189423"/>
                </a:cubicBezTo>
                <a:lnTo>
                  <a:pt x="0" y="6188661"/>
                </a:lnTo>
                <a:cubicBezTo>
                  <a:pt x="5292" y="4125483"/>
                  <a:pt x="-2117" y="2075004"/>
                  <a:pt x="3175" y="1182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35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righ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 userDrawn="1"/>
        </p:nvSpPr>
        <p:spPr>
          <a:xfrm flipH="1">
            <a:off x="5156679" y="-3176"/>
            <a:ext cx="2708729" cy="144082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661104"/>
              <a:gd name="connsiteY0" fmla="*/ 22225 h 1440827"/>
              <a:gd name="connsiteX1" fmla="*/ 823750 w 2661104"/>
              <a:gd name="connsiteY1" fmla="*/ 0 h 1440827"/>
              <a:gd name="connsiteX2" fmla="*/ 2450968 w 2661104"/>
              <a:gd name="connsiteY2" fmla="*/ 1234522 h 1440827"/>
              <a:gd name="connsiteX3" fmla="*/ 2661104 w 2661104"/>
              <a:gd name="connsiteY3" fmla="*/ 1440827 h 1440827"/>
              <a:gd name="connsiteX4" fmla="*/ 2605866 w 2661104"/>
              <a:gd name="connsiteY4" fmla="*/ 1404869 h 1440827"/>
              <a:gd name="connsiteX5" fmla="*/ 445260 w 2661104"/>
              <a:gd name="connsiteY5" fmla="*/ 229521 h 1440827"/>
              <a:gd name="connsiteX6" fmla="*/ 0 w 2661104"/>
              <a:gd name="connsiteY6" fmla="*/ 22225 h 1440827"/>
              <a:gd name="connsiteX0" fmla="*/ 0 w 2692854"/>
              <a:gd name="connsiteY0" fmla="*/ 3175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3175 h 1440827"/>
              <a:gd name="connsiteX0" fmla="*/ 0 w 2692854"/>
              <a:gd name="connsiteY0" fmla="*/ 6350 h 1440827"/>
              <a:gd name="connsiteX1" fmla="*/ 855500 w 2692854"/>
              <a:gd name="connsiteY1" fmla="*/ 0 h 1440827"/>
              <a:gd name="connsiteX2" fmla="*/ 2482718 w 2692854"/>
              <a:gd name="connsiteY2" fmla="*/ 1234522 h 1440827"/>
              <a:gd name="connsiteX3" fmla="*/ 2692854 w 2692854"/>
              <a:gd name="connsiteY3" fmla="*/ 1440827 h 1440827"/>
              <a:gd name="connsiteX4" fmla="*/ 2637616 w 2692854"/>
              <a:gd name="connsiteY4" fmla="*/ 1404869 h 1440827"/>
              <a:gd name="connsiteX5" fmla="*/ 477010 w 2692854"/>
              <a:gd name="connsiteY5" fmla="*/ 229521 h 1440827"/>
              <a:gd name="connsiteX6" fmla="*/ 0 w 2692854"/>
              <a:gd name="connsiteY6" fmla="*/ 6350 h 1440827"/>
              <a:gd name="connsiteX0" fmla="*/ 0 w 2696029"/>
              <a:gd name="connsiteY0" fmla="*/ 0 h 1440827"/>
              <a:gd name="connsiteX1" fmla="*/ 858675 w 2696029"/>
              <a:gd name="connsiteY1" fmla="*/ 0 h 1440827"/>
              <a:gd name="connsiteX2" fmla="*/ 2485893 w 2696029"/>
              <a:gd name="connsiteY2" fmla="*/ 1234522 h 1440827"/>
              <a:gd name="connsiteX3" fmla="*/ 2696029 w 2696029"/>
              <a:gd name="connsiteY3" fmla="*/ 1440827 h 1440827"/>
              <a:gd name="connsiteX4" fmla="*/ 2640791 w 2696029"/>
              <a:gd name="connsiteY4" fmla="*/ 1404869 h 1440827"/>
              <a:gd name="connsiteX5" fmla="*/ 480185 w 2696029"/>
              <a:gd name="connsiteY5" fmla="*/ 229521 h 1440827"/>
              <a:gd name="connsiteX6" fmla="*/ 0 w 2696029"/>
              <a:gd name="connsiteY6" fmla="*/ 0 h 1440827"/>
              <a:gd name="connsiteX0" fmla="*/ 0 w 2708729"/>
              <a:gd name="connsiteY0" fmla="*/ 0 h 1440827"/>
              <a:gd name="connsiteX1" fmla="*/ 871375 w 2708729"/>
              <a:gd name="connsiteY1" fmla="*/ 0 h 1440827"/>
              <a:gd name="connsiteX2" fmla="*/ 2498593 w 2708729"/>
              <a:gd name="connsiteY2" fmla="*/ 1234522 h 1440827"/>
              <a:gd name="connsiteX3" fmla="*/ 2708729 w 2708729"/>
              <a:gd name="connsiteY3" fmla="*/ 1440827 h 1440827"/>
              <a:gd name="connsiteX4" fmla="*/ 2653491 w 2708729"/>
              <a:gd name="connsiteY4" fmla="*/ 1404869 h 1440827"/>
              <a:gd name="connsiteX5" fmla="*/ 492885 w 2708729"/>
              <a:gd name="connsiteY5" fmla="*/ 229521 h 1440827"/>
              <a:gd name="connsiteX6" fmla="*/ 0 w 2708729"/>
              <a:gd name="connsiteY6" fmla="*/ 0 h 1440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08729" h="1440827">
                <a:moveTo>
                  <a:pt x="0" y="0"/>
                </a:moveTo>
                <a:lnTo>
                  <a:pt x="871375" y="0"/>
                </a:lnTo>
                <a:cubicBezTo>
                  <a:pt x="1347100" y="320234"/>
                  <a:pt x="1983063" y="755066"/>
                  <a:pt x="2498593" y="1234522"/>
                </a:cubicBezTo>
                <a:lnTo>
                  <a:pt x="2708729" y="1440827"/>
                </a:lnTo>
                <a:lnTo>
                  <a:pt x="2653491" y="1404869"/>
                </a:lnTo>
                <a:cubicBezTo>
                  <a:pt x="2354584" y="1214301"/>
                  <a:pt x="1486222" y="706715"/>
                  <a:pt x="492885" y="229521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 userDrawn="1"/>
        </p:nvSpPr>
        <p:spPr>
          <a:xfrm flipH="1">
            <a:off x="5171712" y="144081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2"/>
            <a:ext cx="4389115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6" y="4769643"/>
            <a:ext cx="4573573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3" y="381459"/>
            <a:ext cx="1344795" cy="743147"/>
          </a:xfrm>
          <a:prstGeom prst="rect">
            <a:avLst/>
          </a:prstGeom>
        </p:spPr>
      </p:pic>
      <p:sp>
        <p:nvSpPr>
          <p:cNvPr id="7" name="Picture Placeholder 12"/>
          <p:cNvSpPr>
            <a:spLocks noGrp="1"/>
          </p:cNvSpPr>
          <p:nvPr>
            <p:ph type="pic" sz="quarter" idx="14" hasCustomPrompt="1"/>
          </p:nvPr>
        </p:nvSpPr>
        <p:spPr>
          <a:xfrm flipH="1">
            <a:off x="5164299" y="2"/>
            <a:ext cx="3983784" cy="6874330"/>
          </a:xfrm>
          <a:custGeom>
            <a:avLst/>
            <a:gdLst>
              <a:gd name="connsiteX0" fmla="*/ 0 w 3209925"/>
              <a:gd name="connsiteY0" fmla="*/ 0 h 6858000"/>
              <a:gd name="connsiteX1" fmla="*/ 1760515 w 3209925"/>
              <a:gd name="connsiteY1" fmla="*/ 0 h 6858000"/>
              <a:gd name="connsiteX2" fmla="*/ 3209925 w 3209925"/>
              <a:gd name="connsiteY2" fmla="*/ 1449410 h 6858000"/>
              <a:gd name="connsiteX3" fmla="*/ 3209925 w 3209925"/>
              <a:gd name="connsiteY3" fmla="*/ 6858000 h 6858000"/>
              <a:gd name="connsiteX4" fmla="*/ 0 w 3209925"/>
              <a:gd name="connsiteY4" fmla="*/ 6858000 h 6858000"/>
              <a:gd name="connsiteX5" fmla="*/ 0 w 3209925"/>
              <a:gd name="connsiteY5" fmla="*/ 0 h 6858000"/>
              <a:gd name="connsiteX0" fmla="*/ 0 w 4416933"/>
              <a:gd name="connsiteY0" fmla="*/ 0 h 6858000"/>
              <a:gd name="connsiteX1" fmla="*/ 1760515 w 4416933"/>
              <a:gd name="connsiteY1" fmla="*/ 0 h 6858000"/>
              <a:gd name="connsiteX2" fmla="*/ 4416933 w 4416933"/>
              <a:gd name="connsiteY2" fmla="*/ 1449410 h 6858000"/>
              <a:gd name="connsiteX3" fmla="*/ 3209925 w 4416933"/>
              <a:gd name="connsiteY3" fmla="*/ 6858000 h 6858000"/>
              <a:gd name="connsiteX4" fmla="*/ 0 w 4416933"/>
              <a:gd name="connsiteY4" fmla="*/ 6858000 h 6858000"/>
              <a:gd name="connsiteX5" fmla="*/ 0 w 4416933"/>
              <a:gd name="connsiteY5" fmla="*/ 0 h 6858000"/>
              <a:gd name="connsiteX0" fmla="*/ 0 w 4420108"/>
              <a:gd name="connsiteY0" fmla="*/ 0 h 6858000"/>
              <a:gd name="connsiteX1" fmla="*/ 1760515 w 4420108"/>
              <a:gd name="connsiteY1" fmla="*/ 0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0 w 4420108"/>
              <a:gd name="connsiteY0" fmla="*/ 0 h 6858000"/>
              <a:gd name="connsiteX1" fmla="*/ 1735115 w 4420108"/>
              <a:gd name="connsiteY1" fmla="*/ 3175 h 6858000"/>
              <a:gd name="connsiteX2" fmla="*/ 4420108 w 4420108"/>
              <a:gd name="connsiteY2" fmla="*/ 1433535 h 6858000"/>
              <a:gd name="connsiteX3" fmla="*/ 3209925 w 4420108"/>
              <a:gd name="connsiteY3" fmla="*/ 6858000 h 6858000"/>
              <a:gd name="connsiteX4" fmla="*/ 0 w 4420108"/>
              <a:gd name="connsiteY4" fmla="*/ 6858000 h 6858000"/>
              <a:gd name="connsiteX5" fmla="*/ 0 w 4420108"/>
              <a:gd name="connsiteY5" fmla="*/ 0 h 6858000"/>
              <a:gd name="connsiteX0" fmla="*/ 625033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625033 w 5045141"/>
              <a:gd name="connsiteY5" fmla="*/ 0 h 6858000"/>
              <a:gd name="connsiteX0" fmla="*/ 11575 w 5045141"/>
              <a:gd name="connsiteY0" fmla="*/ 0 h 6858000"/>
              <a:gd name="connsiteX1" fmla="*/ 2360148 w 5045141"/>
              <a:gd name="connsiteY1" fmla="*/ 3175 h 6858000"/>
              <a:gd name="connsiteX2" fmla="*/ 5045141 w 5045141"/>
              <a:gd name="connsiteY2" fmla="*/ 1433535 h 6858000"/>
              <a:gd name="connsiteX3" fmla="*/ 3834958 w 5045141"/>
              <a:gd name="connsiteY3" fmla="*/ 6858000 h 6858000"/>
              <a:gd name="connsiteX4" fmla="*/ 0 w 5045141"/>
              <a:gd name="connsiteY4" fmla="*/ 6858000 h 6858000"/>
              <a:gd name="connsiteX5" fmla="*/ 11575 w 5045141"/>
              <a:gd name="connsiteY5" fmla="*/ 0 h 6858000"/>
              <a:gd name="connsiteX0" fmla="*/ 787182 w 5045141"/>
              <a:gd name="connsiteY0" fmla="*/ 4989 h 6854825"/>
              <a:gd name="connsiteX1" fmla="*/ 2360148 w 5045141"/>
              <a:gd name="connsiteY1" fmla="*/ 0 h 6854825"/>
              <a:gd name="connsiteX2" fmla="*/ 5045141 w 5045141"/>
              <a:gd name="connsiteY2" fmla="*/ 1430360 h 6854825"/>
              <a:gd name="connsiteX3" fmla="*/ 3834958 w 5045141"/>
              <a:gd name="connsiteY3" fmla="*/ 6854825 h 6854825"/>
              <a:gd name="connsiteX4" fmla="*/ 0 w 5045141"/>
              <a:gd name="connsiteY4" fmla="*/ 6854825 h 6854825"/>
              <a:gd name="connsiteX5" fmla="*/ 787182 w 5045141"/>
              <a:gd name="connsiteY5" fmla="*/ 4989 h 6854825"/>
              <a:gd name="connsiteX0" fmla="*/ 41 w 4258000"/>
              <a:gd name="connsiteY0" fmla="*/ 4989 h 6854825"/>
              <a:gd name="connsiteX1" fmla="*/ 1573007 w 4258000"/>
              <a:gd name="connsiteY1" fmla="*/ 0 h 6854825"/>
              <a:gd name="connsiteX2" fmla="*/ 4258000 w 4258000"/>
              <a:gd name="connsiteY2" fmla="*/ 1430360 h 6854825"/>
              <a:gd name="connsiteX3" fmla="*/ 3047817 w 4258000"/>
              <a:gd name="connsiteY3" fmla="*/ 6854825 h 6854825"/>
              <a:gd name="connsiteX4" fmla="*/ 266052 w 4258000"/>
              <a:gd name="connsiteY4" fmla="*/ 6854825 h 6854825"/>
              <a:gd name="connsiteX5" fmla="*/ 41 w 4258000"/>
              <a:gd name="connsiteY5" fmla="*/ 4989 h 6854825"/>
              <a:gd name="connsiteX0" fmla="*/ 21 w 4257980"/>
              <a:gd name="connsiteY0" fmla="*/ 4989 h 6862990"/>
              <a:gd name="connsiteX1" fmla="*/ 1572987 w 4257980"/>
              <a:gd name="connsiteY1" fmla="*/ 0 h 6862990"/>
              <a:gd name="connsiteX2" fmla="*/ 4257980 w 4257980"/>
              <a:gd name="connsiteY2" fmla="*/ 1430360 h 6862990"/>
              <a:gd name="connsiteX3" fmla="*/ 3047797 w 4257980"/>
              <a:gd name="connsiteY3" fmla="*/ 6854825 h 6862990"/>
              <a:gd name="connsiteX4" fmla="*/ 535453 w 4257980"/>
              <a:gd name="connsiteY4" fmla="*/ 6862990 h 6862990"/>
              <a:gd name="connsiteX5" fmla="*/ 21 w 4257980"/>
              <a:gd name="connsiteY5" fmla="*/ 4989 h 6862990"/>
              <a:gd name="connsiteX0" fmla="*/ 39 w 4257998"/>
              <a:gd name="connsiteY0" fmla="*/ 4989 h 6871155"/>
              <a:gd name="connsiteX1" fmla="*/ 1573005 w 4257998"/>
              <a:gd name="connsiteY1" fmla="*/ 0 h 6871155"/>
              <a:gd name="connsiteX2" fmla="*/ 4257998 w 4257998"/>
              <a:gd name="connsiteY2" fmla="*/ 1430360 h 6871155"/>
              <a:gd name="connsiteX3" fmla="*/ 3047815 w 4257998"/>
              <a:gd name="connsiteY3" fmla="*/ 6854825 h 6871155"/>
              <a:gd name="connsiteX4" fmla="*/ 274214 w 4257998"/>
              <a:gd name="connsiteY4" fmla="*/ 6871155 h 6871155"/>
              <a:gd name="connsiteX5" fmla="*/ 39 w 4257998"/>
              <a:gd name="connsiteY5" fmla="*/ 4989 h 6871155"/>
              <a:gd name="connsiteX0" fmla="*/ 484 w 3997186"/>
              <a:gd name="connsiteY0" fmla="*/ 0 h 6890659"/>
              <a:gd name="connsiteX1" fmla="*/ 1312193 w 3997186"/>
              <a:gd name="connsiteY1" fmla="*/ 19504 h 6890659"/>
              <a:gd name="connsiteX2" fmla="*/ 3997186 w 3997186"/>
              <a:gd name="connsiteY2" fmla="*/ 1449864 h 6890659"/>
              <a:gd name="connsiteX3" fmla="*/ 2787003 w 3997186"/>
              <a:gd name="connsiteY3" fmla="*/ 6874329 h 6890659"/>
              <a:gd name="connsiteX4" fmla="*/ 13402 w 3997186"/>
              <a:gd name="connsiteY4" fmla="*/ 6890659 h 6890659"/>
              <a:gd name="connsiteX5" fmla="*/ 484 w 3997186"/>
              <a:gd name="connsiteY5" fmla="*/ 0 h 6890659"/>
              <a:gd name="connsiteX0" fmla="*/ 223846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223846 w 3983784"/>
              <a:gd name="connsiteY5" fmla="*/ 0 h 6874330"/>
              <a:gd name="connsiteX0" fmla="*/ 3411 w 3983784"/>
              <a:gd name="connsiteY0" fmla="*/ 0 h 6874330"/>
              <a:gd name="connsiteX1" fmla="*/ 1298791 w 3983784"/>
              <a:gd name="connsiteY1" fmla="*/ 3175 h 6874330"/>
              <a:gd name="connsiteX2" fmla="*/ 3983784 w 3983784"/>
              <a:gd name="connsiteY2" fmla="*/ 1433535 h 6874330"/>
              <a:gd name="connsiteX3" fmla="*/ 2773601 w 3983784"/>
              <a:gd name="connsiteY3" fmla="*/ 6858000 h 6874330"/>
              <a:gd name="connsiteX4" fmla="*/ 0 w 3983784"/>
              <a:gd name="connsiteY4" fmla="*/ 6874330 h 6874330"/>
              <a:gd name="connsiteX5" fmla="*/ 3411 w 3983784"/>
              <a:gd name="connsiteY5" fmla="*/ 0 h 6874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83784" h="6874330">
                <a:moveTo>
                  <a:pt x="3411" y="0"/>
                </a:moveTo>
                <a:lnTo>
                  <a:pt x="1298791" y="3175"/>
                </a:lnTo>
                <a:cubicBezTo>
                  <a:pt x="2555739" y="568862"/>
                  <a:pt x="3726961" y="1261548"/>
                  <a:pt x="3983784" y="1433535"/>
                </a:cubicBezTo>
                <a:lnTo>
                  <a:pt x="2773601" y="6858000"/>
                </a:lnTo>
                <a:lnTo>
                  <a:pt x="0" y="6874330"/>
                </a:lnTo>
                <a:cubicBezTo>
                  <a:pt x="3858" y="4588330"/>
                  <a:pt x="-447" y="2286000"/>
                  <a:pt x="3411" y="0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18644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ith image left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336549" y="2681288"/>
            <a:ext cx="429930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336548" y="3175429"/>
            <a:ext cx="429930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336549" y="4769643"/>
            <a:ext cx="4389114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sp>
        <p:nvSpPr>
          <p:cNvPr id="15" name="TextBox 14"/>
          <p:cNvSpPr txBox="1">
            <a:spLocks/>
          </p:cNvSpPr>
          <p:nvPr userDrawn="1"/>
        </p:nvSpPr>
        <p:spPr>
          <a:xfrm>
            <a:off x="2808483" y="3824449"/>
            <a:ext cx="940694" cy="3042696"/>
          </a:xfrm>
          <a:custGeom>
            <a:avLst/>
            <a:gdLst>
              <a:gd name="connsiteX0" fmla="*/ 940694 w 940694"/>
              <a:gd name="connsiteY0" fmla="*/ 0 h 3042696"/>
              <a:gd name="connsiteX1" fmla="*/ 930863 w 940694"/>
              <a:gd name="connsiteY1" fmla="*/ 293732 h 3042696"/>
              <a:gd name="connsiteX2" fmla="*/ 684107 w 940694"/>
              <a:gd name="connsiteY2" fmla="*/ 2408921 h 3042696"/>
              <a:gd name="connsiteX3" fmla="*/ 577814 w 940694"/>
              <a:gd name="connsiteY3" fmla="*/ 2974932 h 3042696"/>
              <a:gd name="connsiteX4" fmla="*/ 565088 w 940694"/>
              <a:gd name="connsiteY4" fmla="*/ 3042696 h 3042696"/>
              <a:gd name="connsiteX5" fmla="*/ 0 w 940694"/>
              <a:gd name="connsiteY5" fmla="*/ 3042696 h 3042696"/>
              <a:gd name="connsiteX6" fmla="*/ 0 w 940694"/>
              <a:gd name="connsiteY6" fmla="*/ 3042695 h 3042696"/>
              <a:gd name="connsiteX7" fmla="*/ 8357 w 940694"/>
              <a:gd name="connsiteY7" fmla="*/ 3042695 h 3042696"/>
              <a:gd name="connsiteX8" fmla="*/ 38235 w 940694"/>
              <a:gd name="connsiteY8" fmla="*/ 2964086 h 3042696"/>
              <a:gd name="connsiteX9" fmla="*/ 242843 w 940694"/>
              <a:gd name="connsiteY9" fmla="*/ 2425753 h 3042696"/>
              <a:gd name="connsiteX10" fmla="*/ 928311 w 940694"/>
              <a:gd name="connsiteY10" fmla="*/ 65588 h 304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0694" h="3042696">
                <a:moveTo>
                  <a:pt x="940694" y="0"/>
                </a:moveTo>
                <a:lnTo>
                  <a:pt x="930863" y="293732"/>
                </a:lnTo>
                <a:cubicBezTo>
                  <a:pt x="896378" y="1051293"/>
                  <a:pt x="802043" y="1741153"/>
                  <a:pt x="684107" y="2408921"/>
                </a:cubicBezTo>
                <a:lnTo>
                  <a:pt x="577814" y="2974932"/>
                </a:lnTo>
                <a:lnTo>
                  <a:pt x="565088" y="3042696"/>
                </a:lnTo>
                <a:lnTo>
                  <a:pt x="0" y="3042696"/>
                </a:lnTo>
                <a:lnTo>
                  <a:pt x="0" y="3042695"/>
                </a:lnTo>
                <a:lnTo>
                  <a:pt x="8357" y="3042695"/>
                </a:lnTo>
                <a:lnTo>
                  <a:pt x="38235" y="2964086"/>
                </a:lnTo>
                <a:lnTo>
                  <a:pt x="242843" y="2425753"/>
                </a:lnTo>
                <a:cubicBezTo>
                  <a:pt x="510320" y="1698400"/>
                  <a:pt x="752553" y="937203"/>
                  <a:pt x="928311" y="65588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>
            <a:off x="3547606" y="820638"/>
            <a:ext cx="475808" cy="3003811"/>
          </a:xfrm>
          <a:custGeom>
            <a:avLst/>
            <a:gdLst>
              <a:gd name="connsiteX0" fmla="*/ 0 w 515930"/>
              <a:gd name="connsiteY0" fmla="*/ 0 h 3006986"/>
              <a:gd name="connsiteX1" fmla="*/ 40122 w 515930"/>
              <a:gd name="connsiteY1" fmla="*/ 3291 h 3006986"/>
              <a:gd name="connsiteX2" fmla="*/ 515930 w 515930"/>
              <a:gd name="connsiteY2" fmla="*/ 49906 h 3006986"/>
              <a:gd name="connsiteX3" fmla="*/ 292022 w 515930"/>
              <a:gd name="connsiteY3" fmla="*/ 2740393 h 3006986"/>
              <a:gd name="connsiteX4" fmla="*/ 241692 w 515930"/>
              <a:gd name="connsiteY4" fmla="*/ 3006986 h 3006986"/>
              <a:gd name="connsiteX5" fmla="*/ 242870 w 515930"/>
              <a:gd name="connsiteY5" fmla="*/ 2971771 h 3006986"/>
              <a:gd name="connsiteX6" fmla="*/ 61475 w 515930"/>
              <a:gd name="connsiteY6" fmla="*/ 369997 h 3006986"/>
              <a:gd name="connsiteX7" fmla="*/ 0 w 515930"/>
              <a:gd name="connsiteY7" fmla="*/ 0 h 3006986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21353 w 475808"/>
              <a:gd name="connsiteY6" fmla="*/ 366822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  <a:gd name="connsiteX0" fmla="*/ 1153 w 475808"/>
              <a:gd name="connsiteY0" fmla="*/ 0 h 3003811"/>
              <a:gd name="connsiteX1" fmla="*/ 0 w 475808"/>
              <a:gd name="connsiteY1" fmla="*/ 116 h 3003811"/>
              <a:gd name="connsiteX2" fmla="*/ 475808 w 475808"/>
              <a:gd name="connsiteY2" fmla="*/ 46731 h 3003811"/>
              <a:gd name="connsiteX3" fmla="*/ 251900 w 475808"/>
              <a:gd name="connsiteY3" fmla="*/ 2737218 h 3003811"/>
              <a:gd name="connsiteX4" fmla="*/ 201570 w 475808"/>
              <a:gd name="connsiteY4" fmla="*/ 3003811 h 3003811"/>
              <a:gd name="connsiteX5" fmla="*/ 202748 w 475808"/>
              <a:gd name="connsiteY5" fmla="*/ 2968596 h 3003811"/>
              <a:gd name="connsiteX6" fmla="*/ 43578 w 475808"/>
              <a:gd name="connsiteY6" fmla="*/ 369997 h 3003811"/>
              <a:gd name="connsiteX7" fmla="*/ 1153 w 475808"/>
              <a:gd name="connsiteY7" fmla="*/ 0 h 300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5808" h="3003811">
                <a:moveTo>
                  <a:pt x="1153" y="0"/>
                </a:moveTo>
                <a:lnTo>
                  <a:pt x="0" y="116"/>
                </a:lnTo>
                <a:lnTo>
                  <a:pt x="475808" y="46731"/>
                </a:lnTo>
                <a:cubicBezTo>
                  <a:pt x="474427" y="1069625"/>
                  <a:pt x="390584" y="1949355"/>
                  <a:pt x="251900" y="2737218"/>
                </a:cubicBezTo>
                <a:lnTo>
                  <a:pt x="201570" y="3003811"/>
                </a:lnTo>
                <a:cubicBezTo>
                  <a:pt x="201963" y="2992073"/>
                  <a:pt x="202355" y="2980334"/>
                  <a:pt x="202748" y="2968596"/>
                </a:cubicBezTo>
                <a:cubicBezTo>
                  <a:pt x="238444" y="2139960"/>
                  <a:pt x="151962" y="1345056"/>
                  <a:pt x="43578" y="369997"/>
                </a:cubicBezTo>
                <a:lnTo>
                  <a:pt x="1153" y="0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21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-11555" y="677722"/>
            <a:ext cx="3778706" cy="6189423"/>
          </a:xfrm>
          <a:custGeom>
            <a:avLst/>
            <a:gdLst>
              <a:gd name="connsiteX0" fmla="*/ 0 w 5462588"/>
              <a:gd name="connsiteY0" fmla="*/ 0 h 6049962"/>
              <a:gd name="connsiteX1" fmla="*/ 4552138 w 5462588"/>
              <a:gd name="connsiteY1" fmla="*/ 0 h 6049962"/>
              <a:gd name="connsiteX2" fmla="*/ 5462588 w 5462588"/>
              <a:gd name="connsiteY2" fmla="*/ 910450 h 6049962"/>
              <a:gd name="connsiteX3" fmla="*/ 5462588 w 5462588"/>
              <a:gd name="connsiteY3" fmla="*/ 6049962 h 6049962"/>
              <a:gd name="connsiteX4" fmla="*/ 0 w 5462588"/>
              <a:gd name="connsiteY4" fmla="*/ 6049962 h 6049962"/>
              <a:gd name="connsiteX5" fmla="*/ 0 w 5462588"/>
              <a:gd name="connsiteY5" fmla="*/ 0 h 6049962"/>
              <a:gd name="connsiteX0" fmla="*/ 0 w 5503709"/>
              <a:gd name="connsiteY0" fmla="*/ 0 h 6049962"/>
              <a:gd name="connsiteX1" fmla="*/ 5503709 w 5503709"/>
              <a:gd name="connsiteY1" fmla="*/ 7434 h 6049962"/>
              <a:gd name="connsiteX2" fmla="*/ 5462588 w 5503709"/>
              <a:gd name="connsiteY2" fmla="*/ 910450 h 6049962"/>
              <a:gd name="connsiteX3" fmla="*/ 5462588 w 5503709"/>
              <a:gd name="connsiteY3" fmla="*/ 6049962 h 6049962"/>
              <a:gd name="connsiteX4" fmla="*/ 0 w 5503709"/>
              <a:gd name="connsiteY4" fmla="*/ 6049962 h 6049962"/>
              <a:gd name="connsiteX5" fmla="*/ 0 w 5503709"/>
              <a:gd name="connsiteY5" fmla="*/ 0 h 6049962"/>
              <a:gd name="connsiteX0" fmla="*/ 0 w 5503709"/>
              <a:gd name="connsiteY0" fmla="*/ 104097 h 6154059"/>
              <a:gd name="connsiteX1" fmla="*/ 5503709 w 5503709"/>
              <a:gd name="connsiteY1" fmla="*/ 111531 h 6154059"/>
              <a:gd name="connsiteX2" fmla="*/ 5462588 w 5503709"/>
              <a:gd name="connsiteY2" fmla="*/ 1014547 h 6154059"/>
              <a:gd name="connsiteX3" fmla="*/ 5462588 w 5503709"/>
              <a:gd name="connsiteY3" fmla="*/ 6154059 h 6154059"/>
              <a:gd name="connsiteX4" fmla="*/ 0 w 5503709"/>
              <a:gd name="connsiteY4" fmla="*/ 6154059 h 6154059"/>
              <a:gd name="connsiteX5" fmla="*/ 0 w 5503709"/>
              <a:gd name="connsiteY5" fmla="*/ 104097 h 6154059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5462588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503709"/>
              <a:gd name="connsiteY0" fmla="*/ 143333 h 6193295"/>
              <a:gd name="connsiteX1" fmla="*/ 5503709 w 5503709"/>
              <a:gd name="connsiteY1" fmla="*/ 150767 h 6193295"/>
              <a:gd name="connsiteX2" fmla="*/ 5462588 w 5503709"/>
              <a:gd name="connsiteY2" fmla="*/ 1053783 h 6193295"/>
              <a:gd name="connsiteX3" fmla="*/ 4786080 w 5503709"/>
              <a:gd name="connsiteY3" fmla="*/ 6193295 h 6193295"/>
              <a:gd name="connsiteX4" fmla="*/ 0 w 5503709"/>
              <a:gd name="connsiteY4" fmla="*/ 6193295 h 6193295"/>
              <a:gd name="connsiteX5" fmla="*/ 0 w 5503709"/>
              <a:gd name="connsiteY5" fmla="*/ 143333 h 6193295"/>
              <a:gd name="connsiteX0" fmla="*/ 0 w 5693046"/>
              <a:gd name="connsiteY0" fmla="*/ 143333 h 6193295"/>
              <a:gd name="connsiteX1" fmla="*/ 5503709 w 5693046"/>
              <a:gd name="connsiteY1" fmla="*/ 150767 h 6193295"/>
              <a:gd name="connsiteX2" fmla="*/ 5693046 w 5693046"/>
              <a:gd name="connsiteY2" fmla="*/ 3179949 h 6193295"/>
              <a:gd name="connsiteX3" fmla="*/ 4786080 w 5693046"/>
              <a:gd name="connsiteY3" fmla="*/ 6193295 h 6193295"/>
              <a:gd name="connsiteX4" fmla="*/ 0 w 5693046"/>
              <a:gd name="connsiteY4" fmla="*/ 6193295 h 6193295"/>
              <a:gd name="connsiteX5" fmla="*/ 0 w 5693046"/>
              <a:gd name="connsiteY5" fmla="*/ 143333 h 6193295"/>
              <a:gd name="connsiteX0" fmla="*/ 0 w 5705796"/>
              <a:gd name="connsiteY0" fmla="*/ 143333 h 6193295"/>
              <a:gd name="connsiteX1" fmla="*/ 5503709 w 5705796"/>
              <a:gd name="connsiteY1" fmla="*/ 150767 h 6193295"/>
              <a:gd name="connsiteX2" fmla="*/ 5693046 w 5705796"/>
              <a:gd name="connsiteY2" fmla="*/ 3179949 h 6193295"/>
              <a:gd name="connsiteX3" fmla="*/ 4786080 w 5705796"/>
              <a:gd name="connsiteY3" fmla="*/ 6193295 h 6193295"/>
              <a:gd name="connsiteX4" fmla="*/ 0 w 5705796"/>
              <a:gd name="connsiteY4" fmla="*/ 6193295 h 6193295"/>
              <a:gd name="connsiteX5" fmla="*/ 0 w 5705796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0 w 5708471"/>
              <a:gd name="connsiteY0" fmla="*/ 143333 h 6193295"/>
              <a:gd name="connsiteX1" fmla="*/ 5503709 w 5708471"/>
              <a:gd name="connsiteY1" fmla="*/ 150767 h 6193295"/>
              <a:gd name="connsiteX2" fmla="*/ 5693046 w 5708471"/>
              <a:gd name="connsiteY2" fmla="*/ 3179949 h 6193295"/>
              <a:gd name="connsiteX3" fmla="*/ 4786080 w 5708471"/>
              <a:gd name="connsiteY3" fmla="*/ 6193295 h 6193295"/>
              <a:gd name="connsiteX4" fmla="*/ 0 w 5708471"/>
              <a:gd name="connsiteY4" fmla="*/ 6193295 h 6193295"/>
              <a:gd name="connsiteX5" fmla="*/ 0 w 5708471"/>
              <a:gd name="connsiteY5" fmla="*/ 143333 h 6193295"/>
              <a:gd name="connsiteX0" fmla="*/ 1920240 w 5708471"/>
              <a:gd name="connsiteY0" fmla="*/ 80600 h 6267722"/>
              <a:gd name="connsiteX1" fmla="*/ 5503709 w 5708471"/>
              <a:gd name="connsiteY1" fmla="*/ 225194 h 6267722"/>
              <a:gd name="connsiteX2" fmla="*/ 5693046 w 5708471"/>
              <a:gd name="connsiteY2" fmla="*/ 3254376 h 6267722"/>
              <a:gd name="connsiteX3" fmla="*/ 4786080 w 5708471"/>
              <a:gd name="connsiteY3" fmla="*/ 6267722 h 6267722"/>
              <a:gd name="connsiteX4" fmla="*/ 0 w 5708471"/>
              <a:gd name="connsiteY4" fmla="*/ 6267722 h 6267722"/>
              <a:gd name="connsiteX5" fmla="*/ 1920240 w 5708471"/>
              <a:gd name="connsiteY5" fmla="*/ 80600 h 6267722"/>
              <a:gd name="connsiteX0" fmla="*/ 0 w 3788231"/>
              <a:gd name="connsiteY0" fmla="*/ 80600 h 6322586"/>
              <a:gd name="connsiteX1" fmla="*/ 3583469 w 3788231"/>
              <a:gd name="connsiteY1" fmla="*/ 225194 h 6322586"/>
              <a:gd name="connsiteX2" fmla="*/ 3772806 w 3788231"/>
              <a:gd name="connsiteY2" fmla="*/ 3254376 h 6322586"/>
              <a:gd name="connsiteX3" fmla="*/ 2865840 w 3788231"/>
              <a:gd name="connsiteY3" fmla="*/ 6267722 h 6322586"/>
              <a:gd name="connsiteX4" fmla="*/ 91440 w 3788231"/>
              <a:gd name="connsiteY4" fmla="*/ 6322586 h 6322586"/>
              <a:gd name="connsiteX5" fmla="*/ 0 w 3788231"/>
              <a:gd name="connsiteY5" fmla="*/ 80600 h 6322586"/>
              <a:gd name="connsiteX0" fmla="*/ 0 w 3788231"/>
              <a:gd name="connsiteY0" fmla="*/ 80600 h 6286010"/>
              <a:gd name="connsiteX1" fmla="*/ 3583469 w 3788231"/>
              <a:gd name="connsiteY1" fmla="*/ 225194 h 6286010"/>
              <a:gd name="connsiteX2" fmla="*/ 3772806 w 3788231"/>
              <a:gd name="connsiteY2" fmla="*/ 3254376 h 6286010"/>
              <a:gd name="connsiteX3" fmla="*/ 2865840 w 3788231"/>
              <a:gd name="connsiteY3" fmla="*/ 6267722 h 6286010"/>
              <a:gd name="connsiteX4" fmla="*/ 0 w 3788231"/>
              <a:gd name="connsiteY4" fmla="*/ 6286010 h 6286010"/>
              <a:gd name="connsiteX5" fmla="*/ 0 w 3788231"/>
              <a:gd name="connsiteY5" fmla="*/ 80600 h 6286010"/>
              <a:gd name="connsiteX0" fmla="*/ 28575 w 3788231"/>
              <a:gd name="connsiteY0" fmla="*/ 81647 h 6283882"/>
              <a:gd name="connsiteX1" fmla="*/ 3583469 w 3788231"/>
              <a:gd name="connsiteY1" fmla="*/ 223066 h 6283882"/>
              <a:gd name="connsiteX2" fmla="*/ 3772806 w 3788231"/>
              <a:gd name="connsiteY2" fmla="*/ 3252248 h 6283882"/>
              <a:gd name="connsiteX3" fmla="*/ 2865840 w 3788231"/>
              <a:gd name="connsiteY3" fmla="*/ 6265594 h 6283882"/>
              <a:gd name="connsiteX4" fmla="*/ 0 w 3788231"/>
              <a:gd name="connsiteY4" fmla="*/ 6283882 h 6283882"/>
              <a:gd name="connsiteX5" fmla="*/ 28575 w 3788231"/>
              <a:gd name="connsiteY5" fmla="*/ 81647 h 6283882"/>
              <a:gd name="connsiteX0" fmla="*/ 41275 w 3800931"/>
              <a:gd name="connsiteY0" fmla="*/ 81647 h 6274357"/>
              <a:gd name="connsiteX1" fmla="*/ 3596169 w 3800931"/>
              <a:gd name="connsiteY1" fmla="*/ 223066 h 6274357"/>
              <a:gd name="connsiteX2" fmla="*/ 3785506 w 3800931"/>
              <a:gd name="connsiteY2" fmla="*/ 3252248 h 6274357"/>
              <a:gd name="connsiteX3" fmla="*/ 2878540 w 3800931"/>
              <a:gd name="connsiteY3" fmla="*/ 6265594 h 6274357"/>
              <a:gd name="connsiteX4" fmla="*/ 0 w 3800931"/>
              <a:gd name="connsiteY4" fmla="*/ 6274357 h 6274357"/>
              <a:gd name="connsiteX5" fmla="*/ 41275 w 3800931"/>
              <a:gd name="connsiteY5" fmla="*/ 81647 h 6274357"/>
              <a:gd name="connsiteX0" fmla="*/ 31750 w 3791406"/>
              <a:gd name="connsiteY0" fmla="*/ 81647 h 6277532"/>
              <a:gd name="connsiteX1" fmla="*/ 3586644 w 3791406"/>
              <a:gd name="connsiteY1" fmla="*/ 223066 h 6277532"/>
              <a:gd name="connsiteX2" fmla="*/ 3775981 w 3791406"/>
              <a:gd name="connsiteY2" fmla="*/ 3252248 h 6277532"/>
              <a:gd name="connsiteX3" fmla="*/ 2869015 w 3791406"/>
              <a:gd name="connsiteY3" fmla="*/ 6265594 h 6277532"/>
              <a:gd name="connsiteX4" fmla="*/ 0 w 3791406"/>
              <a:gd name="connsiteY4" fmla="*/ 6277532 h 6277532"/>
              <a:gd name="connsiteX5" fmla="*/ 31750 w 3791406"/>
              <a:gd name="connsiteY5" fmla="*/ 81647 h 6277532"/>
              <a:gd name="connsiteX0" fmla="*/ 31750 w 3791406"/>
              <a:gd name="connsiteY0" fmla="*/ 35321 h 6231206"/>
              <a:gd name="connsiteX1" fmla="*/ 3586644 w 3791406"/>
              <a:gd name="connsiteY1" fmla="*/ 176740 h 6231206"/>
              <a:gd name="connsiteX2" fmla="*/ 3775981 w 3791406"/>
              <a:gd name="connsiteY2" fmla="*/ 3205922 h 6231206"/>
              <a:gd name="connsiteX3" fmla="*/ 2869015 w 3791406"/>
              <a:gd name="connsiteY3" fmla="*/ 6219268 h 6231206"/>
              <a:gd name="connsiteX4" fmla="*/ 0 w 3791406"/>
              <a:gd name="connsiteY4" fmla="*/ 6231206 h 6231206"/>
              <a:gd name="connsiteX5" fmla="*/ 31750 w 3791406"/>
              <a:gd name="connsiteY5" fmla="*/ 35321 h 6231206"/>
              <a:gd name="connsiteX0" fmla="*/ 31750 w 3791406"/>
              <a:gd name="connsiteY0" fmla="*/ 19801 h 6215686"/>
              <a:gd name="connsiteX1" fmla="*/ 3586644 w 3791406"/>
              <a:gd name="connsiteY1" fmla="*/ 161220 h 6215686"/>
              <a:gd name="connsiteX2" fmla="*/ 3775981 w 3791406"/>
              <a:gd name="connsiteY2" fmla="*/ 3190402 h 6215686"/>
              <a:gd name="connsiteX3" fmla="*/ 2869015 w 3791406"/>
              <a:gd name="connsiteY3" fmla="*/ 6203748 h 6215686"/>
              <a:gd name="connsiteX4" fmla="*/ 0 w 3791406"/>
              <a:gd name="connsiteY4" fmla="*/ 6215686 h 6215686"/>
              <a:gd name="connsiteX5" fmla="*/ 31750 w 3791406"/>
              <a:gd name="connsiteY5" fmla="*/ 19801 h 6215686"/>
              <a:gd name="connsiteX0" fmla="*/ 31750 w 3791406"/>
              <a:gd name="connsiteY0" fmla="*/ 9351 h 6205236"/>
              <a:gd name="connsiteX1" fmla="*/ 3586644 w 3791406"/>
              <a:gd name="connsiteY1" fmla="*/ 150770 h 6205236"/>
              <a:gd name="connsiteX2" fmla="*/ 3775981 w 3791406"/>
              <a:gd name="connsiteY2" fmla="*/ 3179952 h 6205236"/>
              <a:gd name="connsiteX3" fmla="*/ 2869015 w 3791406"/>
              <a:gd name="connsiteY3" fmla="*/ 6193298 h 6205236"/>
              <a:gd name="connsiteX4" fmla="*/ 0 w 3791406"/>
              <a:gd name="connsiteY4" fmla="*/ 6205236 h 6205236"/>
              <a:gd name="connsiteX5" fmla="*/ 31750 w 3791406"/>
              <a:gd name="connsiteY5" fmla="*/ 9351 h 6205236"/>
              <a:gd name="connsiteX0" fmla="*/ 15875 w 3791406"/>
              <a:gd name="connsiteY0" fmla="*/ 11826 h 6201361"/>
              <a:gd name="connsiteX1" fmla="*/ 3586644 w 3791406"/>
              <a:gd name="connsiteY1" fmla="*/ 146895 h 6201361"/>
              <a:gd name="connsiteX2" fmla="*/ 3775981 w 3791406"/>
              <a:gd name="connsiteY2" fmla="*/ 3176077 h 6201361"/>
              <a:gd name="connsiteX3" fmla="*/ 2869015 w 3791406"/>
              <a:gd name="connsiteY3" fmla="*/ 6189423 h 6201361"/>
              <a:gd name="connsiteX4" fmla="*/ 0 w 3791406"/>
              <a:gd name="connsiteY4" fmla="*/ 6201361 h 6201361"/>
              <a:gd name="connsiteX5" fmla="*/ 15875 w 3791406"/>
              <a:gd name="connsiteY5" fmla="*/ 11826 h 6201361"/>
              <a:gd name="connsiteX0" fmla="*/ 22225 w 3797756"/>
              <a:gd name="connsiteY0" fmla="*/ 11826 h 6198186"/>
              <a:gd name="connsiteX1" fmla="*/ 3592994 w 3797756"/>
              <a:gd name="connsiteY1" fmla="*/ 146895 h 6198186"/>
              <a:gd name="connsiteX2" fmla="*/ 3782331 w 3797756"/>
              <a:gd name="connsiteY2" fmla="*/ 3176077 h 6198186"/>
              <a:gd name="connsiteX3" fmla="*/ 2875365 w 3797756"/>
              <a:gd name="connsiteY3" fmla="*/ 6189423 h 6198186"/>
              <a:gd name="connsiteX4" fmla="*/ 0 w 3797756"/>
              <a:gd name="connsiteY4" fmla="*/ 6198186 h 6198186"/>
              <a:gd name="connsiteX5" fmla="*/ 22225 w 3797756"/>
              <a:gd name="connsiteY5" fmla="*/ 11826 h 6198186"/>
              <a:gd name="connsiteX0" fmla="*/ 271 w 3775802"/>
              <a:gd name="connsiteY0" fmla="*/ 11826 h 6195011"/>
              <a:gd name="connsiteX1" fmla="*/ 3571040 w 3775802"/>
              <a:gd name="connsiteY1" fmla="*/ 146895 h 6195011"/>
              <a:gd name="connsiteX2" fmla="*/ 3760377 w 3775802"/>
              <a:gd name="connsiteY2" fmla="*/ 3176077 h 6195011"/>
              <a:gd name="connsiteX3" fmla="*/ 2853411 w 3775802"/>
              <a:gd name="connsiteY3" fmla="*/ 6189423 h 6195011"/>
              <a:gd name="connsiteX4" fmla="*/ 63771 w 3775802"/>
              <a:gd name="connsiteY4" fmla="*/ 6195011 h 6195011"/>
              <a:gd name="connsiteX5" fmla="*/ 271 w 3775802"/>
              <a:gd name="connsiteY5" fmla="*/ 11826 h 6195011"/>
              <a:gd name="connsiteX0" fmla="*/ 3175 w 3778706"/>
              <a:gd name="connsiteY0" fmla="*/ 11826 h 6189423"/>
              <a:gd name="connsiteX1" fmla="*/ 3573944 w 3778706"/>
              <a:gd name="connsiteY1" fmla="*/ 146895 h 6189423"/>
              <a:gd name="connsiteX2" fmla="*/ 3763281 w 3778706"/>
              <a:gd name="connsiteY2" fmla="*/ 3176077 h 6189423"/>
              <a:gd name="connsiteX3" fmla="*/ 2856315 w 3778706"/>
              <a:gd name="connsiteY3" fmla="*/ 6189423 h 6189423"/>
              <a:gd name="connsiteX4" fmla="*/ 0 w 3778706"/>
              <a:gd name="connsiteY4" fmla="*/ 6188661 h 6189423"/>
              <a:gd name="connsiteX5" fmla="*/ 3175 w 3778706"/>
              <a:gd name="connsiteY5" fmla="*/ 11826 h 6189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8706" h="6189423">
                <a:moveTo>
                  <a:pt x="3175" y="11826"/>
                </a:moveTo>
                <a:cubicBezTo>
                  <a:pt x="490152" y="19105"/>
                  <a:pt x="977762" y="-69160"/>
                  <a:pt x="3573944" y="146895"/>
                </a:cubicBezTo>
                <a:cubicBezTo>
                  <a:pt x="3681661" y="1164056"/>
                  <a:pt x="3826549" y="2114311"/>
                  <a:pt x="3763281" y="3176077"/>
                </a:cubicBezTo>
                <a:cubicBezTo>
                  <a:pt x="3557603" y="4210263"/>
                  <a:pt x="3232979" y="5214711"/>
                  <a:pt x="2856315" y="6189423"/>
                </a:cubicBezTo>
                <a:lnTo>
                  <a:pt x="0" y="6188661"/>
                </a:lnTo>
                <a:cubicBezTo>
                  <a:pt x="5292" y="4125483"/>
                  <a:pt x="-2117" y="2075004"/>
                  <a:pt x="3175" y="11826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59"/>
            <a:ext cx="1344795" cy="743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021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60"/>
            <a:ext cx="1344797" cy="743147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 flipH="1">
            <a:off x="-545176" y="9627"/>
            <a:ext cx="3330189" cy="6857999"/>
            <a:chOff x="6027018" y="9627"/>
            <a:chExt cx="3330189" cy="6857999"/>
          </a:xfrm>
        </p:grpSpPr>
        <p:sp>
          <p:nvSpPr>
            <p:cNvPr id="10" name="TextBox 9"/>
            <p:cNvSpPr txBox="1">
              <a:spLocks/>
            </p:cNvSpPr>
            <p:nvPr userDrawn="1"/>
          </p:nvSpPr>
          <p:spPr>
            <a:xfrm rot="19740735" flipH="1">
              <a:off x="6144747" y="374205"/>
              <a:ext cx="3212460" cy="1920108"/>
            </a:xfrm>
            <a:custGeom>
              <a:avLst/>
              <a:gdLst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17940 w 3212460"/>
                <a:gd name="connsiteY5" fmla="*/ 1735571 h 1920108"/>
                <a:gd name="connsiteX6" fmla="*/ 56031 w 3212460"/>
                <a:gd name="connsiteY6" fmla="*/ 374148 h 1920108"/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03783 w 3212460"/>
                <a:gd name="connsiteY5" fmla="*/ 1736666 h 1920108"/>
                <a:gd name="connsiteX6" fmla="*/ 56031 w 3212460"/>
                <a:gd name="connsiteY6" fmla="*/ 374148 h 1920108"/>
                <a:gd name="connsiteX7" fmla="*/ 0 w 3212460"/>
                <a:gd name="connsiteY7" fmla="*/ 368316 h 192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12460" h="1920108">
                  <a:moveTo>
                    <a:pt x="0" y="368316"/>
                  </a:moveTo>
                  <a:lnTo>
                    <a:pt x="613277" y="0"/>
                  </a:lnTo>
                  <a:lnTo>
                    <a:pt x="815519" y="72065"/>
                  </a:lnTo>
                  <a:cubicBezTo>
                    <a:pt x="1739867" y="437366"/>
                    <a:pt x="2527752" y="1040228"/>
                    <a:pt x="3156027" y="1843776"/>
                  </a:cubicBezTo>
                  <a:lnTo>
                    <a:pt x="3212460" y="1920108"/>
                  </a:lnTo>
                  <a:cubicBezTo>
                    <a:pt x="3147620" y="1858596"/>
                    <a:pt x="3068623" y="1798178"/>
                    <a:pt x="3003783" y="1736666"/>
                  </a:cubicBezTo>
                  <a:cubicBezTo>
                    <a:pt x="2178374" y="997003"/>
                    <a:pt x="1193572" y="525963"/>
                    <a:pt x="56031" y="374148"/>
                  </a:cubicBezTo>
                  <a:lnTo>
                    <a:pt x="0" y="368316"/>
                  </a:lnTo>
                  <a:close/>
                </a:path>
              </a:pathLst>
            </a:custGeom>
            <a:solidFill>
              <a:srgbClr val="BAA360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4"/>
            <p:cNvSpPr txBox="1">
              <a:spLocks/>
            </p:cNvSpPr>
            <p:nvPr userDrawn="1"/>
          </p:nvSpPr>
          <p:spPr>
            <a:xfrm rot="19740735" flipH="1">
              <a:off x="6027018" y="3217353"/>
              <a:ext cx="1912084" cy="3631362"/>
            </a:xfrm>
            <a:custGeom>
              <a:avLst/>
              <a:gdLst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47049 w 1912084"/>
                <a:gd name="connsiteY6" fmla="*/ 198900 h 3631362"/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37249 w 1912084"/>
                <a:gd name="connsiteY6" fmla="*/ 201083 h 3631362"/>
                <a:gd name="connsiteX7" fmla="*/ 0 w 1912084"/>
                <a:gd name="connsiteY7" fmla="*/ 0 h 3631362"/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37249 w 1912084"/>
                <a:gd name="connsiteY6" fmla="*/ 201083 h 3631362"/>
                <a:gd name="connsiteX7" fmla="*/ 0 w 1912084"/>
                <a:gd name="connsiteY7" fmla="*/ 0 h 363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12084" h="3631362">
                  <a:moveTo>
                    <a:pt x="0" y="0"/>
                  </a:moveTo>
                  <a:lnTo>
                    <a:pt x="47861" y="45405"/>
                  </a:lnTo>
                  <a:cubicBezTo>
                    <a:pt x="862909" y="863313"/>
                    <a:pt x="1489673" y="1962910"/>
                    <a:pt x="1889805" y="3291102"/>
                  </a:cubicBezTo>
                  <a:lnTo>
                    <a:pt x="1912084" y="3370304"/>
                  </a:lnTo>
                  <a:lnTo>
                    <a:pt x="1477400" y="3631362"/>
                  </a:lnTo>
                  <a:lnTo>
                    <a:pt x="1472304" y="3599174"/>
                  </a:lnTo>
                  <a:cubicBezTo>
                    <a:pt x="1240507" y="2266284"/>
                    <a:pt x="792240" y="1178216"/>
                    <a:pt x="137249" y="201083"/>
                  </a:cubicBezTo>
                  <a:cubicBezTo>
                    <a:pt x="88233" y="134783"/>
                    <a:pt x="49016" y="66300"/>
                    <a:pt x="0" y="0"/>
                  </a:cubicBezTo>
                  <a:close/>
                </a:path>
              </a:pathLst>
            </a:custGeom>
            <a:solidFill>
              <a:srgbClr val="8B7A39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6" name="Freeform 15"/>
            <p:cNvSpPr/>
            <p:nvPr userDrawn="1"/>
          </p:nvSpPr>
          <p:spPr>
            <a:xfrm>
              <a:off x="6835360" y="9627"/>
              <a:ext cx="2308641" cy="6857999"/>
            </a:xfrm>
            <a:custGeom>
              <a:avLst/>
              <a:gdLst>
                <a:gd name="connsiteX0" fmla="*/ 1977387 w 2308641"/>
                <a:gd name="connsiteY0" fmla="*/ 0 h 6857999"/>
                <a:gd name="connsiteX1" fmla="*/ 2308641 w 2308641"/>
                <a:gd name="connsiteY1" fmla="*/ 0 h 6857999"/>
                <a:gd name="connsiteX2" fmla="*/ 2308641 w 2308641"/>
                <a:gd name="connsiteY2" fmla="*/ 6857999 h 6857999"/>
                <a:gd name="connsiteX3" fmla="*/ 629671 w 2308641"/>
                <a:gd name="connsiteY3" fmla="*/ 6857999 h 6857999"/>
                <a:gd name="connsiteX4" fmla="*/ 534562 w 2308641"/>
                <a:gd name="connsiteY4" fmla="*/ 6597467 h 6857999"/>
                <a:gd name="connsiteX5" fmla="*/ 30552 w 2308641"/>
                <a:gd name="connsiteY5" fmla="*/ 2981291 h 6857999"/>
                <a:gd name="connsiteX6" fmla="*/ 1977387 w 2308641"/>
                <a:gd name="connsiteY6" fmla="*/ 0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08641" h="6857999">
                  <a:moveTo>
                    <a:pt x="1977387" y="0"/>
                  </a:moveTo>
                  <a:lnTo>
                    <a:pt x="2308641" y="0"/>
                  </a:lnTo>
                  <a:lnTo>
                    <a:pt x="2308641" y="6857999"/>
                  </a:lnTo>
                  <a:lnTo>
                    <a:pt x="629671" y="6857999"/>
                  </a:lnTo>
                  <a:lnTo>
                    <a:pt x="534562" y="6597467"/>
                  </a:lnTo>
                  <a:cubicBezTo>
                    <a:pt x="73950" y="5297546"/>
                    <a:pt x="-70360" y="4283247"/>
                    <a:pt x="30552" y="2981291"/>
                  </a:cubicBezTo>
                  <a:cubicBezTo>
                    <a:pt x="505020" y="1253583"/>
                    <a:pt x="1372741" y="501570"/>
                    <a:pt x="1977387" y="0"/>
                  </a:cubicBez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932329" y="2681288"/>
            <a:ext cx="537626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932328" y="3175429"/>
            <a:ext cx="5376269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909833" y="4769643"/>
            <a:ext cx="5488572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</p:spTree>
    <p:extLst>
      <p:ext uri="{BB962C8B-B14F-4D97-AF65-F5344CB8AC3E}">
        <p14:creationId xmlns:p14="http://schemas.microsoft.com/office/powerpoint/2010/main" val="1865395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2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6" y="381460"/>
            <a:ext cx="1344797" cy="743147"/>
          </a:xfrm>
          <a:prstGeom prst="rect">
            <a:avLst/>
          </a:prstGeom>
        </p:spPr>
      </p:pic>
      <p:sp>
        <p:nvSpPr>
          <p:cNvPr id="10" name="TextBox 9"/>
          <p:cNvSpPr txBox="1">
            <a:spLocks/>
          </p:cNvSpPr>
          <p:nvPr userDrawn="1"/>
        </p:nvSpPr>
        <p:spPr>
          <a:xfrm rot="19740735" flipH="1">
            <a:off x="6452756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Box 11"/>
          <p:cNvSpPr txBox="1">
            <a:spLocks/>
          </p:cNvSpPr>
          <p:nvPr userDrawn="1"/>
        </p:nvSpPr>
        <p:spPr>
          <a:xfrm rot="19740735" flipH="1">
            <a:off x="6335027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Freeform 19"/>
          <p:cNvSpPr/>
          <p:nvPr userDrawn="1"/>
        </p:nvSpPr>
        <p:spPr>
          <a:xfrm>
            <a:off x="7143369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3"/>
            <a:ext cx="518246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7" y="4769643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</p:spTree>
    <p:extLst>
      <p:ext uri="{BB962C8B-B14F-4D97-AF65-F5344CB8AC3E}">
        <p14:creationId xmlns:p14="http://schemas.microsoft.com/office/powerpoint/2010/main" val="14490050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913077" y="2681288"/>
            <a:ext cx="537626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913076" y="3175429"/>
            <a:ext cx="5376269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2890581" y="4769643"/>
            <a:ext cx="5488572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0303" y="6242208"/>
            <a:ext cx="997114" cy="15217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4068" y="381459"/>
            <a:ext cx="1344795" cy="743147"/>
          </a:xfrm>
          <a:prstGeom prst="rect">
            <a:avLst/>
          </a:prstGeom>
        </p:spPr>
      </p:pic>
      <p:sp>
        <p:nvSpPr>
          <p:cNvPr id="15" name="TextBox 14"/>
          <p:cNvSpPr txBox="1">
            <a:spLocks/>
          </p:cNvSpPr>
          <p:nvPr userDrawn="1"/>
        </p:nvSpPr>
        <p:spPr>
          <a:xfrm rot="1859265">
            <a:off x="-564428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Box 15"/>
          <p:cNvSpPr txBox="1">
            <a:spLocks/>
          </p:cNvSpPr>
          <p:nvPr userDrawn="1"/>
        </p:nvSpPr>
        <p:spPr>
          <a:xfrm rot="1859265">
            <a:off x="853677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 flipH="1">
            <a:off x="-351222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72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no ima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4" y="6242208"/>
            <a:ext cx="997114" cy="15217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233" y="381459"/>
            <a:ext cx="1344795" cy="743147"/>
          </a:xfrm>
          <a:prstGeom prst="rect">
            <a:avLst/>
          </a:prstGeom>
        </p:spPr>
      </p:pic>
      <p:sp>
        <p:nvSpPr>
          <p:cNvPr id="16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2681288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6" y="3184483"/>
            <a:ext cx="5182467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7237" y="4769643"/>
            <a:ext cx="518246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i="0" spc="-3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Further contact information</a:t>
            </a:r>
          </a:p>
          <a:p>
            <a:pPr lvl="0"/>
            <a:r>
              <a:rPr lang="en-US" dirty="0"/>
              <a:t>Time and Date etc.</a:t>
            </a:r>
          </a:p>
        </p:txBody>
      </p:sp>
      <p:sp>
        <p:nvSpPr>
          <p:cNvPr id="11" name="TextBox 10"/>
          <p:cNvSpPr txBox="1">
            <a:spLocks/>
          </p:cNvSpPr>
          <p:nvPr userDrawn="1"/>
        </p:nvSpPr>
        <p:spPr>
          <a:xfrm rot="19740735" flipH="1">
            <a:off x="6472005" y="374205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03783 w 3212460"/>
              <a:gd name="connsiteY5" fmla="*/ 1736666 h 1920108"/>
              <a:gd name="connsiteX6" fmla="*/ 56031 w 3212460"/>
              <a:gd name="connsiteY6" fmla="*/ 374148 h 1920108"/>
              <a:gd name="connsiteX7" fmla="*/ 0 w 3212460"/>
              <a:gd name="connsiteY7" fmla="*/ 368316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cubicBezTo>
                  <a:pt x="3147620" y="1858596"/>
                  <a:pt x="3068623" y="1798178"/>
                  <a:pt x="3003783" y="1736666"/>
                </a:cubicBezTo>
                <a:cubicBezTo>
                  <a:pt x="2178374" y="997003"/>
                  <a:pt x="1193572" y="525963"/>
                  <a:pt x="56031" y="374148"/>
                </a:cubicBezTo>
                <a:lnTo>
                  <a:pt x="0" y="368316"/>
                </a:lnTo>
                <a:close/>
              </a:path>
            </a:pathLst>
          </a:custGeom>
          <a:solidFill>
            <a:srgbClr val="BAA36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Box 11"/>
          <p:cNvSpPr txBox="1">
            <a:spLocks/>
          </p:cNvSpPr>
          <p:nvPr userDrawn="1"/>
        </p:nvSpPr>
        <p:spPr>
          <a:xfrm rot="19740735" flipH="1">
            <a:off x="6354276" y="3217353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37249 w 1912084"/>
              <a:gd name="connsiteY6" fmla="*/ 201083 h 3631362"/>
              <a:gd name="connsiteX7" fmla="*/ 0 w 1912084"/>
              <a:gd name="connsiteY7" fmla="*/ 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92240" y="1178216"/>
                  <a:pt x="137249" y="201083"/>
                </a:cubicBezTo>
                <a:cubicBezTo>
                  <a:pt x="88233" y="134783"/>
                  <a:pt x="49016" y="66300"/>
                  <a:pt x="0" y="0"/>
                </a:cubicBezTo>
                <a:close/>
              </a:path>
            </a:pathLst>
          </a:custGeom>
          <a:solidFill>
            <a:srgbClr val="8B7A3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Freeform 12"/>
          <p:cNvSpPr/>
          <p:nvPr userDrawn="1"/>
        </p:nvSpPr>
        <p:spPr>
          <a:xfrm>
            <a:off x="7162618" y="2"/>
            <a:ext cx="2308641" cy="6857999"/>
          </a:xfrm>
          <a:custGeom>
            <a:avLst/>
            <a:gdLst>
              <a:gd name="connsiteX0" fmla="*/ 1977387 w 2308641"/>
              <a:gd name="connsiteY0" fmla="*/ 0 h 6857999"/>
              <a:gd name="connsiteX1" fmla="*/ 2308641 w 2308641"/>
              <a:gd name="connsiteY1" fmla="*/ 0 h 6857999"/>
              <a:gd name="connsiteX2" fmla="*/ 2308641 w 2308641"/>
              <a:gd name="connsiteY2" fmla="*/ 6857999 h 6857999"/>
              <a:gd name="connsiteX3" fmla="*/ 629671 w 2308641"/>
              <a:gd name="connsiteY3" fmla="*/ 6857999 h 6857999"/>
              <a:gd name="connsiteX4" fmla="*/ 534562 w 2308641"/>
              <a:gd name="connsiteY4" fmla="*/ 6597467 h 6857999"/>
              <a:gd name="connsiteX5" fmla="*/ 30552 w 2308641"/>
              <a:gd name="connsiteY5" fmla="*/ 2981291 h 6857999"/>
              <a:gd name="connsiteX6" fmla="*/ 1977387 w 2308641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8641" h="6857999">
                <a:moveTo>
                  <a:pt x="1977387" y="0"/>
                </a:moveTo>
                <a:lnTo>
                  <a:pt x="2308641" y="0"/>
                </a:lnTo>
                <a:lnTo>
                  <a:pt x="2308641" y="6857999"/>
                </a:lnTo>
                <a:lnTo>
                  <a:pt x="629671" y="6857999"/>
                </a:lnTo>
                <a:lnTo>
                  <a:pt x="534562" y="6597467"/>
                </a:lnTo>
                <a:cubicBezTo>
                  <a:pt x="73950" y="5297546"/>
                  <a:pt x="-70360" y="4283247"/>
                  <a:pt x="30552" y="2981291"/>
                </a:cubicBezTo>
                <a:cubicBezTo>
                  <a:pt x="505020" y="1253583"/>
                  <a:pt x="1372741" y="501570"/>
                  <a:pt x="1977387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1132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3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>
            <a:off x="6110839" y="1"/>
            <a:ext cx="3389294" cy="6858000"/>
            <a:chOff x="5754705" y="1"/>
            <a:chExt cx="3389294" cy="6858000"/>
          </a:xfrm>
        </p:grpSpPr>
        <p:sp>
          <p:nvSpPr>
            <p:cNvPr id="25" name="Freeform 24"/>
            <p:cNvSpPr/>
            <p:nvPr userDrawn="1"/>
          </p:nvSpPr>
          <p:spPr>
            <a:xfrm>
              <a:off x="5754705" y="1"/>
              <a:ext cx="1327479" cy="1385522"/>
            </a:xfrm>
            <a:custGeom>
              <a:avLst/>
              <a:gdLst>
                <a:gd name="connsiteX0" fmla="*/ 0 w 1327479"/>
                <a:gd name="connsiteY0" fmla="*/ 0 h 1385522"/>
                <a:gd name="connsiteX1" fmla="*/ 510659 w 1327479"/>
                <a:gd name="connsiteY1" fmla="*/ 0 h 1385522"/>
                <a:gd name="connsiteX2" fmla="*/ 678178 w 1327479"/>
                <a:gd name="connsiteY2" fmla="*/ 235572 h 1385522"/>
                <a:gd name="connsiteX3" fmla="*/ 1284510 w 1327479"/>
                <a:gd name="connsiteY3" fmla="*/ 1290476 h 1385522"/>
                <a:gd name="connsiteX4" fmla="*/ 1327479 w 1327479"/>
                <a:gd name="connsiteY4" fmla="*/ 1385522 h 1385522"/>
                <a:gd name="connsiteX5" fmla="*/ 1122501 w 1327479"/>
                <a:gd name="connsiteY5" fmla="*/ 1124683 h 1385522"/>
                <a:gd name="connsiteX6" fmla="*/ 288518 w 1327479"/>
                <a:gd name="connsiteY6" fmla="*/ 249921 h 1385522"/>
                <a:gd name="connsiteX7" fmla="*/ 0 w 1327479"/>
                <a:gd name="connsiteY7" fmla="*/ 0 h 1385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27479" h="1385522">
                  <a:moveTo>
                    <a:pt x="0" y="0"/>
                  </a:moveTo>
                  <a:lnTo>
                    <a:pt x="510659" y="0"/>
                  </a:lnTo>
                  <a:lnTo>
                    <a:pt x="678178" y="235572"/>
                  </a:lnTo>
                  <a:cubicBezTo>
                    <a:pt x="904637" y="570776"/>
                    <a:pt x="1107539" y="923203"/>
                    <a:pt x="1284510" y="1290476"/>
                  </a:cubicBezTo>
                  <a:lnTo>
                    <a:pt x="1327479" y="1385522"/>
                  </a:lnTo>
                  <a:lnTo>
                    <a:pt x="1122501" y="1124683"/>
                  </a:lnTo>
                  <a:cubicBezTo>
                    <a:pt x="865688" y="813498"/>
                    <a:pt x="586902" y="521119"/>
                    <a:pt x="288518" y="2499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8B7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 userDrawn="1"/>
          </p:nvSpPr>
          <p:spPr>
            <a:xfrm>
              <a:off x="7082183" y="1385523"/>
              <a:ext cx="1713414" cy="5472478"/>
            </a:xfrm>
            <a:custGeom>
              <a:avLst/>
              <a:gdLst>
                <a:gd name="connsiteX0" fmla="*/ 0 w 1713414"/>
                <a:gd name="connsiteY0" fmla="*/ 0 h 5472478"/>
                <a:gd name="connsiteX1" fmla="*/ 44422 w 1713414"/>
                <a:gd name="connsiteY1" fmla="*/ 56527 h 5472478"/>
                <a:gd name="connsiteX2" fmla="*/ 1713414 w 1713414"/>
                <a:gd name="connsiteY2" fmla="*/ 5083009 h 5472478"/>
                <a:gd name="connsiteX3" fmla="*/ 1703566 w 1713414"/>
                <a:gd name="connsiteY3" fmla="*/ 5472478 h 5472478"/>
                <a:gd name="connsiteX4" fmla="*/ 561192 w 1713414"/>
                <a:gd name="connsiteY4" fmla="*/ 5472478 h 5472478"/>
                <a:gd name="connsiteX5" fmla="*/ 614787 w 1713414"/>
                <a:gd name="connsiteY5" fmla="*/ 5240262 h 5472478"/>
                <a:gd name="connsiteX6" fmla="*/ 785466 w 1713414"/>
                <a:gd name="connsiteY6" fmla="*/ 3547157 h 5472478"/>
                <a:gd name="connsiteX7" fmla="*/ 125270 w 1713414"/>
                <a:gd name="connsiteY7" fmla="*/ 277089 h 5472478"/>
                <a:gd name="connsiteX8" fmla="*/ 0 w 1713414"/>
                <a:gd name="connsiteY8" fmla="*/ 0 h 5472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13414" h="5472478">
                  <a:moveTo>
                    <a:pt x="0" y="0"/>
                  </a:moveTo>
                  <a:lnTo>
                    <a:pt x="44422" y="56527"/>
                  </a:lnTo>
                  <a:cubicBezTo>
                    <a:pt x="1092654" y="1458180"/>
                    <a:pt x="1713414" y="3198102"/>
                    <a:pt x="1713414" y="5083009"/>
                  </a:cubicBezTo>
                  <a:lnTo>
                    <a:pt x="1703566" y="5472478"/>
                  </a:lnTo>
                  <a:lnTo>
                    <a:pt x="561192" y="5472478"/>
                  </a:lnTo>
                  <a:lnTo>
                    <a:pt x="614787" y="5240262"/>
                  </a:lnTo>
                  <a:cubicBezTo>
                    <a:pt x="726696" y="4693373"/>
                    <a:pt x="785466" y="4127129"/>
                    <a:pt x="785466" y="3547157"/>
                  </a:cubicBezTo>
                  <a:cubicBezTo>
                    <a:pt x="785466" y="2387214"/>
                    <a:pt x="550386" y="1282177"/>
                    <a:pt x="125270" y="27708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AA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 userDrawn="1"/>
          </p:nvSpPr>
          <p:spPr>
            <a:xfrm>
              <a:off x="6265363" y="1"/>
              <a:ext cx="2878636" cy="6858000"/>
            </a:xfrm>
            <a:custGeom>
              <a:avLst/>
              <a:gdLst>
                <a:gd name="connsiteX0" fmla="*/ 0 w 2878636"/>
                <a:gd name="connsiteY0" fmla="*/ 0 h 6858000"/>
                <a:gd name="connsiteX1" fmla="*/ 2878636 w 2878636"/>
                <a:gd name="connsiteY1" fmla="*/ 0 h 6858000"/>
                <a:gd name="connsiteX2" fmla="*/ 2878636 w 2878636"/>
                <a:gd name="connsiteY2" fmla="*/ 6858000 h 6858000"/>
                <a:gd name="connsiteX3" fmla="*/ 2520386 w 2878636"/>
                <a:gd name="connsiteY3" fmla="*/ 6858000 h 6858000"/>
                <a:gd name="connsiteX4" fmla="*/ 2530234 w 2878636"/>
                <a:gd name="connsiteY4" fmla="*/ 6468531 h 6858000"/>
                <a:gd name="connsiteX5" fmla="*/ 861242 w 2878636"/>
                <a:gd name="connsiteY5" fmla="*/ 1442049 h 6858000"/>
                <a:gd name="connsiteX6" fmla="*/ 816820 w 2878636"/>
                <a:gd name="connsiteY6" fmla="*/ 1385522 h 6858000"/>
                <a:gd name="connsiteX7" fmla="*/ 773851 w 2878636"/>
                <a:gd name="connsiteY7" fmla="*/ 1290476 h 6858000"/>
                <a:gd name="connsiteX8" fmla="*/ 167519 w 2878636"/>
                <a:gd name="connsiteY8" fmla="*/ 235572 h 6858000"/>
                <a:gd name="connsiteX9" fmla="*/ 0 w 2878636"/>
                <a:gd name="connsiteY9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78636" h="6858000">
                  <a:moveTo>
                    <a:pt x="0" y="0"/>
                  </a:moveTo>
                  <a:lnTo>
                    <a:pt x="2878636" y="0"/>
                  </a:lnTo>
                  <a:lnTo>
                    <a:pt x="2878636" y="6858000"/>
                  </a:lnTo>
                  <a:lnTo>
                    <a:pt x="2520386" y="6858000"/>
                  </a:lnTo>
                  <a:lnTo>
                    <a:pt x="2530234" y="6468531"/>
                  </a:lnTo>
                  <a:cubicBezTo>
                    <a:pt x="2530234" y="4583624"/>
                    <a:pt x="1909474" y="2843702"/>
                    <a:pt x="861242" y="1442049"/>
                  </a:cubicBezTo>
                  <a:lnTo>
                    <a:pt x="816820" y="1385522"/>
                  </a:lnTo>
                  <a:lnTo>
                    <a:pt x="773851" y="1290476"/>
                  </a:lnTo>
                  <a:cubicBezTo>
                    <a:pt x="596880" y="923203"/>
                    <a:pt x="393978" y="570776"/>
                    <a:pt x="167519" y="2355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4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92684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</p:spTree>
    <p:extLst>
      <p:ext uri="{BB962C8B-B14F-4D97-AF65-F5344CB8AC3E}">
        <p14:creationId xmlns:p14="http://schemas.microsoft.com/office/powerpoint/2010/main" val="16962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3"/>
          </a:xfrm>
          <a:prstGeom prst="rect">
            <a:avLst/>
          </a:prstGeom>
        </p:spPr>
      </p:pic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394100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94100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  <p:sp>
        <p:nvSpPr>
          <p:cNvPr id="25" name="Freeform 24"/>
          <p:cNvSpPr/>
          <p:nvPr userDrawn="1"/>
        </p:nvSpPr>
        <p:spPr>
          <a:xfrm flipH="1">
            <a:off x="1753808" y="1"/>
            <a:ext cx="1327479" cy="1385522"/>
          </a:xfrm>
          <a:custGeom>
            <a:avLst/>
            <a:gdLst>
              <a:gd name="connsiteX0" fmla="*/ 0 w 1327479"/>
              <a:gd name="connsiteY0" fmla="*/ 0 h 1385522"/>
              <a:gd name="connsiteX1" fmla="*/ 510659 w 1327479"/>
              <a:gd name="connsiteY1" fmla="*/ 0 h 1385522"/>
              <a:gd name="connsiteX2" fmla="*/ 678178 w 1327479"/>
              <a:gd name="connsiteY2" fmla="*/ 235572 h 1385522"/>
              <a:gd name="connsiteX3" fmla="*/ 1284510 w 1327479"/>
              <a:gd name="connsiteY3" fmla="*/ 1290476 h 1385522"/>
              <a:gd name="connsiteX4" fmla="*/ 1327479 w 1327479"/>
              <a:gd name="connsiteY4" fmla="*/ 1385522 h 1385522"/>
              <a:gd name="connsiteX5" fmla="*/ 1122501 w 1327479"/>
              <a:gd name="connsiteY5" fmla="*/ 1124683 h 1385522"/>
              <a:gd name="connsiteX6" fmla="*/ 288518 w 1327479"/>
              <a:gd name="connsiteY6" fmla="*/ 249921 h 1385522"/>
              <a:gd name="connsiteX7" fmla="*/ 0 w 1327479"/>
              <a:gd name="connsiteY7" fmla="*/ 0 h 13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27479" h="1385522">
                <a:moveTo>
                  <a:pt x="0" y="0"/>
                </a:moveTo>
                <a:lnTo>
                  <a:pt x="510659" y="0"/>
                </a:lnTo>
                <a:lnTo>
                  <a:pt x="678178" y="235572"/>
                </a:lnTo>
                <a:cubicBezTo>
                  <a:pt x="904637" y="570776"/>
                  <a:pt x="1107539" y="923203"/>
                  <a:pt x="1284510" y="1290476"/>
                </a:cubicBezTo>
                <a:lnTo>
                  <a:pt x="1327479" y="1385522"/>
                </a:lnTo>
                <a:lnTo>
                  <a:pt x="1122501" y="1124683"/>
                </a:lnTo>
                <a:cubicBezTo>
                  <a:pt x="865688" y="813498"/>
                  <a:pt x="586902" y="521119"/>
                  <a:pt x="288518" y="249921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3"/>
          <p:cNvSpPr/>
          <p:nvPr userDrawn="1"/>
        </p:nvSpPr>
        <p:spPr>
          <a:xfrm flipH="1">
            <a:off x="40395" y="1385523"/>
            <a:ext cx="1713414" cy="5472478"/>
          </a:xfrm>
          <a:custGeom>
            <a:avLst/>
            <a:gdLst>
              <a:gd name="connsiteX0" fmla="*/ 0 w 1713414"/>
              <a:gd name="connsiteY0" fmla="*/ 0 h 5472478"/>
              <a:gd name="connsiteX1" fmla="*/ 44422 w 1713414"/>
              <a:gd name="connsiteY1" fmla="*/ 56527 h 5472478"/>
              <a:gd name="connsiteX2" fmla="*/ 1713414 w 1713414"/>
              <a:gd name="connsiteY2" fmla="*/ 5083009 h 5472478"/>
              <a:gd name="connsiteX3" fmla="*/ 1703566 w 1713414"/>
              <a:gd name="connsiteY3" fmla="*/ 5472478 h 5472478"/>
              <a:gd name="connsiteX4" fmla="*/ 561192 w 1713414"/>
              <a:gd name="connsiteY4" fmla="*/ 5472478 h 5472478"/>
              <a:gd name="connsiteX5" fmla="*/ 614787 w 1713414"/>
              <a:gd name="connsiteY5" fmla="*/ 5240262 h 5472478"/>
              <a:gd name="connsiteX6" fmla="*/ 785466 w 1713414"/>
              <a:gd name="connsiteY6" fmla="*/ 3547157 h 5472478"/>
              <a:gd name="connsiteX7" fmla="*/ 125270 w 1713414"/>
              <a:gd name="connsiteY7" fmla="*/ 277089 h 5472478"/>
              <a:gd name="connsiteX8" fmla="*/ 0 w 1713414"/>
              <a:gd name="connsiteY8" fmla="*/ 0 h 5472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713414" h="5472478">
                <a:moveTo>
                  <a:pt x="0" y="0"/>
                </a:moveTo>
                <a:lnTo>
                  <a:pt x="44422" y="56527"/>
                </a:lnTo>
                <a:cubicBezTo>
                  <a:pt x="1092654" y="1458180"/>
                  <a:pt x="1713414" y="3198102"/>
                  <a:pt x="1713414" y="5083009"/>
                </a:cubicBezTo>
                <a:lnTo>
                  <a:pt x="1703566" y="5472478"/>
                </a:lnTo>
                <a:lnTo>
                  <a:pt x="561192" y="5472478"/>
                </a:lnTo>
                <a:lnTo>
                  <a:pt x="614787" y="5240262"/>
                </a:lnTo>
                <a:cubicBezTo>
                  <a:pt x="726696" y="4693373"/>
                  <a:pt x="785466" y="4127129"/>
                  <a:pt x="785466" y="3547157"/>
                </a:cubicBezTo>
                <a:cubicBezTo>
                  <a:pt x="785466" y="2387214"/>
                  <a:pt x="550386" y="1282177"/>
                  <a:pt x="125270" y="277089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0"/>
          <p:cNvSpPr/>
          <p:nvPr userDrawn="1"/>
        </p:nvSpPr>
        <p:spPr>
          <a:xfrm flipH="1">
            <a:off x="-308007" y="1"/>
            <a:ext cx="2878636" cy="6858000"/>
          </a:xfrm>
          <a:custGeom>
            <a:avLst/>
            <a:gdLst>
              <a:gd name="connsiteX0" fmla="*/ 0 w 2878636"/>
              <a:gd name="connsiteY0" fmla="*/ 0 h 6858000"/>
              <a:gd name="connsiteX1" fmla="*/ 2878636 w 2878636"/>
              <a:gd name="connsiteY1" fmla="*/ 0 h 6858000"/>
              <a:gd name="connsiteX2" fmla="*/ 2878636 w 2878636"/>
              <a:gd name="connsiteY2" fmla="*/ 6858000 h 6858000"/>
              <a:gd name="connsiteX3" fmla="*/ 2520386 w 2878636"/>
              <a:gd name="connsiteY3" fmla="*/ 6858000 h 6858000"/>
              <a:gd name="connsiteX4" fmla="*/ 2530234 w 2878636"/>
              <a:gd name="connsiteY4" fmla="*/ 6468531 h 6858000"/>
              <a:gd name="connsiteX5" fmla="*/ 861242 w 2878636"/>
              <a:gd name="connsiteY5" fmla="*/ 1442049 h 6858000"/>
              <a:gd name="connsiteX6" fmla="*/ 816820 w 2878636"/>
              <a:gd name="connsiteY6" fmla="*/ 1385522 h 6858000"/>
              <a:gd name="connsiteX7" fmla="*/ 773851 w 2878636"/>
              <a:gd name="connsiteY7" fmla="*/ 1290476 h 6858000"/>
              <a:gd name="connsiteX8" fmla="*/ 167519 w 2878636"/>
              <a:gd name="connsiteY8" fmla="*/ 235572 h 6858000"/>
              <a:gd name="connsiteX9" fmla="*/ 0 w 2878636"/>
              <a:gd name="connsiteY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78636" h="6858000">
                <a:moveTo>
                  <a:pt x="0" y="0"/>
                </a:moveTo>
                <a:lnTo>
                  <a:pt x="2878636" y="0"/>
                </a:lnTo>
                <a:lnTo>
                  <a:pt x="2878636" y="6858000"/>
                </a:lnTo>
                <a:lnTo>
                  <a:pt x="2520386" y="6858000"/>
                </a:lnTo>
                <a:lnTo>
                  <a:pt x="2530234" y="6468531"/>
                </a:lnTo>
                <a:cubicBezTo>
                  <a:pt x="2530234" y="4583624"/>
                  <a:pt x="1909474" y="2843702"/>
                  <a:pt x="861242" y="1442049"/>
                </a:cubicBezTo>
                <a:lnTo>
                  <a:pt x="816820" y="1385522"/>
                </a:lnTo>
                <a:lnTo>
                  <a:pt x="773851" y="1290476"/>
                </a:lnTo>
                <a:cubicBezTo>
                  <a:pt x="596880" y="923203"/>
                  <a:pt x="393978" y="570776"/>
                  <a:pt x="167519" y="235572"/>
                </a:cubicBezTo>
                <a:lnTo>
                  <a:pt x="0" y="0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740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3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2345973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345973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  <p:sp>
        <p:nvSpPr>
          <p:cNvPr id="18" name="Freeform 17"/>
          <p:cNvSpPr/>
          <p:nvPr userDrawn="1"/>
        </p:nvSpPr>
        <p:spPr>
          <a:xfrm rot="563881">
            <a:off x="1578255" y="-48578"/>
            <a:ext cx="592758" cy="2150303"/>
          </a:xfrm>
          <a:custGeom>
            <a:avLst/>
            <a:gdLst>
              <a:gd name="connsiteX0" fmla="*/ 0 w 592758"/>
              <a:gd name="connsiteY0" fmla="*/ 83668 h 2150303"/>
              <a:gd name="connsiteX1" fmla="*/ 505503 w 592758"/>
              <a:gd name="connsiteY1" fmla="*/ 0 h 2150303"/>
              <a:gd name="connsiteX2" fmla="*/ 506652 w 592758"/>
              <a:gd name="connsiteY2" fmla="*/ 7591 h 2150303"/>
              <a:gd name="connsiteX3" fmla="*/ 440527 w 592758"/>
              <a:gd name="connsiteY3" fmla="*/ 2045973 h 2150303"/>
              <a:gd name="connsiteX4" fmla="*/ 419302 w 592758"/>
              <a:gd name="connsiteY4" fmla="*/ 2150303 h 2150303"/>
              <a:gd name="connsiteX5" fmla="*/ 419605 w 592758"/>
              <a:gd name="connsiteY5" fmla="*/ 2139855 h 2150303"/>
              <a:gd name="connsiteX6" fmla="*/ 24072 w 592758"/>
              <a:gd name="connsiteY6" fmla="*/ 153518 h 2150303"/>
              <a:gd name="connsiteX7" fmla="*/ 0 w 592758"/>
              <a:gd name="connsiteY7" fmla="*/ 83668 h 215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2758" h="2150303">
                <a:moveTo>
                  <a:pt x="0" y="83668"/>
                </a:moveTo>
                <a:lnTo>
                  <a:pt x="505503" y="0"/>
                </a:lnTo>
                <a:lnTo>
                  <a:pt x="506652" y="7591"/>
                </a:lnTo>
                <a:cubicBezTo>
                  <a:pt x="659496" y="1043386"/>
                  <a:pt x="591002" y="1314491"/>
                  <a:pt x="440527" y="2045973"/>
                </a:cubicBezTo>
                <a:lnTo>
                  <a:pt x="419302" y="2150303"/>
                </a:lnTo>
                <a:lnTo>
                  <a:pt x="419605" y="2139855"/>
                </a:lnTo>
                <a:cubicBezTo>
                  <a:pt x="430909" y="1600210"/>
                  <a:pt x="380505" y="1198370"/>
                  <a:pt x="24072" y="153518"/>
                </a:cubicBezTo>
                <a:lnTo>
                  <a:pt x="0" y="83668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 rot="563881">
            <a:off x="415858" y="1991920"/>
            <a:ext cx="1004507" cy="4981526"/>
          </a:xfrm>
          <a:custGeom>
            <a:avLst/>
            <a:gdLst>
              <a:gd name="connsiteX0" fmla="*/ 1004507 w 1004507"/>
              <a:gd name="connsiteY0" fmla="*/ 0 h 4981526"/>
              <a:gd name="connsiteX1" fmla="*/ 1000622 w 1004507"/>
              <a:gd name="connsiteY1" fmla="*/ 133969 h 4981526"/>
              <a:gd name="connsiteX2" fmla="*/ 980899 w 1004507"/>
              <a:gd name="connsiteY2" fmla="*/ 635533 h 4981526"/>
              <a:gd name="connsiteX3" fmla="*/ 845366 w 1004507"/>
              <a:gd name="connsiteY3" fmla="*/ 4841607 h 4981526"/>
              <a:gd name="connsiteX4" fmla="*/ 0 w 1004507"/>
              <a:gd name="connsiteY4" fmla="*/ 4981526 h 4981526"/>
              <a:gd name="connsiteX5" fmla="*/ 989615 w 1004507"/>
              <a:gd name="connsiteY5" fmla="*/ 73203 h 4981526"/>
              <a:gd name="connsiteX6" fmla="*/ 1004507 w 1004507"/>
              <a:gd name="connsiteY6" fmla="*/ 0 h 4981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04507" h="4981526">
                <a:moveTo>
                  <a:pt x="1004507" y="0"/>
                </a:moveTo>
                <a:lnTo>
                  <a:pt x="1000622" y="133969"/>
                </a:lnTo>
                <a:cubicBezTo>
                  <a:pt x="995356" y="282538"/>
                  <a:pt x="987335" y="445105"/>
                  <a:pt x="980899" y="635533"/>
                </a:cubicBezTo>
                <a:lnTo>
                  <a:pt x="845366" y="4841607"/>
                </a:lnTo>
                <a:lnTo>
                  <a:pt x="0" y="4981526"/>
                </a:lnTo>
                <a:lnTo>
                  <a:pt x="989615" y="73203"/>
                </a:lnTo>
                <a:lnTo>
                  <a:pt x="1004507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 userDrawn="1"/>
        </p:nvSpPr>
        <p:spPr>
          <a:xfrm rot="563881">
            <a:off x="-897276" y="-182510"/>
            <a:ext cx="2493086" cy="7108907"/>
          </a:xfrm>
          <a:custGeom>
            <a:avLst/>
            <a:gdLst>
              <a:gd name="connsiteX0" fmla="*/ 0 w 2493086"/>
              <a:gd name="connsiteY0" fmla="*/ 342956 h 7108907"/>
              <a:gd name="connsiteX1" fmla="*/ 2072078 w 2493086"/>
              <a:gd name="connsiteY1" fmla="*/ 0 h 7108907"/>
              <a:gd name="connsiteX2" fmla="*/ 2096150 w 2493086"/>
              <a:gd name="connsiteY2" fmla="*/ 69850 h 7108907"/>
              <a:gd name="connsiteX3" fmla="*/ 2491683 w 2493086"/>
              <a:gd name="connsiteY3" fmla="*/ 2056187 h 7108907"/>
              <a:gd name="connsiteX4" fmla="*/ 2491380 w 2493086"/>
              <a:gd name="connsiteY4" fmla="*/ 2066635 h 7108907"/>
              <a:gd name="connsiteX5" fmla="*/ 2476488 w 2493086"/>
              <a:gd name="connsiteY5" fmla="*/ 2139838 h 7108907"/>
              <a:gd name="connsiteX6" fmla="*/ 1486873 w 2493086"/>
              <a:gd name="connsiteY6" fmla="*/ 7048161 h 7108907"/>
              <a:gd name="connsiteX7" fmla="*/ 1119855 w 2493086"/>
              <a:gd name="connsiteY7" fmla="*/ 7108907 h 7108907"/>
              <a:gd name="connsiteX8" fmla="*/ 0 w 2493086"/>
              <a:gd name="connsiteY8" fmla="*/ 342956 h 7108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93086" h="7108907">
                <a:moveTo>
                  <a:pt x="0" y="342956"/>
                </a:moveTo>
                <a:lnTo>
                  <a:pt x="2072078" y="0"/>
                </a:lnTo>
                <a:lnTo>
                  <a:pt x="2096150" y="69850"/>
                </a:lnTo>
                <a:cubicBezTo>
                  <a:pt x="2452583" y="1114702"/>
                  <a:pt x="2502987" y="1516542"/>
                  <a:pt x="2491683" y="2056187"/>
                </a:cubicBezTo>
                <a:lnTo>
                  <a:pt x="2491380" y="2066635"/>
                </a:lnTo>
                <a:lnTo>
                  <a:pt x="2476488" y="2139838"/>
                </a:lnTo>
                <a:lnTo>
                  <a:pt x="1486873" y="7048161"/>
                </a:lnTo>
                <a:lnTo>
                  <a:pt x="1119855" y="7108907"/>
                </a:lnTo>
                <a:lnTo>
                  <a:pt x="0" y="342956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48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4">
    <p:bg>
      <p:bgPr>
        <a:solidFill>
          <a:srgbClr val="3D00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 userDrawn="1"/>
        </p:nvGrpSpPr>
        <p:grpSpPr>
          <a:xfrm flipH="1">
            <a:off x="6982672" y="-182510"/>
            <a:ext cx="3068289" cy="7155956"/>
            <a:chOff x="-541142" y="-182510"/>
            <a:chExt cx="3068289" cy="7155956"/>
          </a:xfrm>
        </p:grpSpPr>
        <p:sp>
          <p:nvSpPr>
            <p:cNvPr id="18" name="Freeform 17"/>
            <p:cNvSpPr/>
            <p:nvPr userDrawn="1"/>
          </p:nvSpPr>
          <p:spPr>
            <a:xfrm rot="563881">
              <a:off x="1934389" y="-48578"/>
              <a:ext cx="592758" cy="2150303"/>
            </a:xfrm>
            <a:custGeom>
              <a:avLst/>
              <a:gdLst>
                <a:gd name="connsiteX0" fmla="*/ 0 w 592758"/>
                <a:gd name="connsiteY0" fmla="*/ 83668 h 2150303"/>
                <a:gd name="connsiteX1" fmla="*/ 505503 w 592758"/>
                <a:gd name="connsiteY1" fmla="*/ 0 h 2150303"/>
                <a:gd name="connsiteX2" fmla="*/ 506652 w 592758"/>
                <a:gd name="connsiteY2" fmla="*/ 7591 h 2150303"/>
                <a:gd name="connsiteX3" fmla="*/ 440527 w 592758"/>
                <a:gd name="connsiteY3" fmla="*/ 2045973 h 2150303"/>
                <a:gd name="connsiteX4" fmla="*/ 419302 w 592758"/>
                <a:gd name="connsiteY4" fmla="*/ 2150303 h 2150303"/>
                <a:gd name="connsiteX5" fmla="*/ 419605 w 592758"/>
                <a:gd name="connsiteY5" fmla="*/ 2139855 h 2150303"/>
                <a:gd name="connsiteX6" fmla="*/ 24072 w 592758"/>
                <a:gd name="connsiteY6" fmla="*/ 153518 h 2150303"/>
                <a:gd name="connsiteX7" fmla="*/ 0 w 592758"/>
                <a:gd name="connsiteY7" fmla="*/ 83668 h 2150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92758" h="2150303">
                  <a:moveTo>
                    <a:pt x="0" y="83668"/>
                  </a:moveTo>
                  <a:lnTo>
                    <a:pt x="505503" y="0"/>
                  </a:lnTo>
                  <a:lnTo>
                    <a:pt x="506652" y="7591"/>
                  </a:lnTo>
                  <a:cubicBezTo>
                    <a:pt x="659496" y="1043386"/>
                    <a:pt x="591002" y="1314491"/>
                    <a:pt x="440527" y="2045973"/>
                  </a:cubicBezTo>
                  <a:lnTo>
                    <a:pt x="419302" y="2150303"/>
                  </a:lnTo>
                  <a:lnTo>
                    <a:pt x="419605" y="2139855"/>
                  </a:lnTo>
                  <a:cubicBezTo>
                    <a:pt x="430909" y="1600210"/>
                    <a:pt x="380505" y="1198370"/>
                    <a:pt x="24072" y="153518"/>
                  </a:cubicBezTo>
                  <a:lnTo>
                    <a:pt x="0" y="83668"/>
                  </a:lnTo>
                  <a:close/>
                </a:path>
              </a:pathLst>
            </a:custGeom>
            <a:solidFill>
              <a:srgbClr val="8B7A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 userDrawn="1"/>
          </p:nvSpPr>
          <p:spPr>
            <a:xfrm rot="563881">
              <a:off x="771992" y="1991920"/>
              <a:ext cx="1004507" cy="4981526"/>
            </a:xfrm>
            <a:custGeom>
              <a:avLst/>
              <a:gdLst>
                <a:gd name="connsiteX0" fmla="*/ 1004507 w 1004507"/>
                <a:gd name="connsiteY0" fmla="*/ 0 h 4981526"/>
                <a:gd name="connsiteX1" fmla="*/ 1000622 w 1004507"/>
                <a:gd name="connsiteY1" fmla="*/ 133969 h 4981526"/>
                <a:gd name="connsiteX2" fmla="*/ 980899 w 1004507"/>
                <a:gd name="connsiteY2" fmla="*/ 635533 h 4981526"/>
                <a:gd name="connsiteX3" fmla="*/ 845366 w 1004507"/>
                <a:gd name="connsiteY3" fmla="*/ 4841607 h 4981526"/>
                <a:gd name="connsiteX4" fmla="*/ 0 w 1004507"/>
                <a:gd name="connsiteY4" fmla="*/ 4981526 h 4981526"/>
                <a:gd name="connsiteX5" fmla="*/ 989615 w 1004507"/>
                <a:gd name="connsiteY5" fmla="*/ 73203 h 4981526"/>
                <a:gd name="connsiteX6" fmla="*/ 1004507 w 1004507"/>
                <a:gd name="connsiteY6" fmla="*/ 0 h 4981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04507" h="4981526">
                  <a:moveTo>
                    <a:pt x="1004507" y="0"/>
                  </a:moveTo>
                  <a:lnTo>
                    <a:pt x="1000622" y="133969"/>
                  </a:lnTo>
                  <a:cubicBezTo>
                    <a:pt x="995356" y="282538"/>
                    <a:pt x="987335" y="445105"/>
                    <a:pt x="980899" y="635533"/>
                  </a:cubicBezTo>
                  <a:lnTo>
                    <a:pt x="845366" y="4841607"/>
                  </a:lnTo>
                  <a:lnTo>
                    <a:pt x="0" y="4981526"/>
                  </a:lnTo>
                  <a:lnTo>
                    <a:pt x="989615" y="73203"/>
                  </a:lnTo>
                  <a:lnTo>
                    <a:pt x="1004507" y="0"/>
                  </a:lnTo>
                  <a:close/>
                </a:path>
              </a:pathLst>
            </a:custGeom>
            <a:solidFill>
              <a:srgbClr val="BAA3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/>
            <p:cNvSpPr/>
            <p:nvPr userDrawn="1"/>
          </p:nvSpPr>
          <p:spPr>
            <a:xfrm rot="563881">
              <a:off x="-541142" y="-182510"/>
              <a:ext cx="2493086" cy="7108907"/>
            </a:xfrm>
            <a:custGeom>
              <a:avLst/>
              <a:gdLst>
                <a:gd name="connsiteX0" fmla="*/ 0 w 2493086"/>
                <a:gd name="connsiteY0" fmla="*/ 342956 h 7108907"/>
                <a:gd name="connsiteX1" fmla="*/ 2072078 w 2493086"/>
                <a:gd name="connsiteY1" fmla="*/ 0 h 7108907"/>
                <a:gd name="connsiteX2" fmla="*/ 2096150 w 2493086"/>
                <a:gd name="connsiteY2" fmla="*/ 69850 h 7108907"/>
                <a:gd name="connsiteX3" fmla="*/ 2491683 w 2493086"/>
                <a:gd name="connsiteY3" fmla="*/ 2056187 h 7108907"/>
                <a:gd name="connsiteX4" fmla="*/ 2491380 w 2493086"/>
                <a:gd name="connsiteY4" fmla="*/ 2066635 h 7108907"/>
                <a:gd name="connsiteX5" fmla="*/ 2476488 w 2493086"/>
                <a:gd name="connsiteY5" fmla="*/ 2139838 h 7108907"/>
                <a:gd name="connsiteX6" fmla="*/ 1486873 w 2493086"/>
                <a:gd name="connsiteY6" fmla="*/ 7048161 h 7108907"/>
                <a:gd name="connsiteX7" fmla="*/ 1119855 w 2493086"/>
                <a:gd name="connsiteY7" fmla="*/ 7108907 h 7108907"/>
                <a:gd name="connsiteX8" fmla="*/ 0 w 2493086"/>
                <a:gd name="connsiteY8" fmla="*/ 342956 h 7108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93086" h="7108907">
                  <a:moveTo>
                    <a:pt x="0" y="342956"/>
                  </a:moveTo>
                  <a:lnTo>
                    <a:pt x="2072078" y="0"/>
                  </a:lnTo>
                  <a:lnTo>
                    <a:pt x="2096150" y="69850"/>
                  </a:lnTo>
                  <a:cubicBezTo>
                    <a:pt x="2452583" y="1114702"/>
                    <a:pt x="2502987" y="1516542"/>
                    <a:pt x="2491683" y="2056187"/>
                  </a:cubicBezTo>
                  <a:lnTo>
                    <a:pt x="2491380" y="2066635"/>
                  </a:lnTo>
                  <a:lnTo>
                    <a:pt x="2476488" y="2139838"/>
                  </a:lnTo>
                  <a:lnTo>
                    <a:pt x="1486873" y="7048161"/>
                  </a:lnTo>
                  <a:lnTo>
                    <a:pt x="1119855" y="7108907"/>
                  </a:lnTo>
                  <a:lnTo>
                    <a:pt x="0" y="342956"/>
                  </a:lnTo>
                  <a:close/>
                </a:path>
              </a:pathLst>
            </a:custGeom>
            <a:solidFill>
              <a:srgbClr val="531C4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3"/>
          </a:xfrm>
          <a:prstGeom prst="rect">
            <a:avLst/>
          </a:prstGeom>
        </p:spPr>
      </p:pic>
      <p:sp>
        <p:nvSpPr>
          <p:cNvPr id="1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4" y="2552869"/>
            <a:ext cx="5595226" cy="7033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 b="1" i="0" spc="-1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title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692684" y="3256204"/>
            <a:ext cx="5595226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2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Divider descriptor</a:t>
            </a:r>
          </a:p>
        </p:txBody>
      </p:sp>
    </p:spTree>
    <p:extLst>
      <p:ext uri="{BB962C8B-B14F-4D97-AF65-F5344CB8AC3E}">
        <p14:creationId xmlns:p14="http://schemas.microsoft.com/office/powerpoint/2010/main" val="10240403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righ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>
            <a:spLocks/>
          </p:cNvSpPr>
          <p:nvPr userDrawn="1"/>
        </p:nvSpPr>
        <p:spPr>
          <a:xfrm rot="1859265">
            <a:off x="4010115" y="374206"/>
            <a:ext cx="3212460" cy="1920108"/>
          </a:xfrm>
          <a:custGeom>
            <a:avLst/>
            <a:gdLst>
              <a:gd name="connsiteX0" fmla="*/ 0 w 3212460"/>
              <a:gd name="connsiteY0" fmla="*/ 368316 h 1920108"/>
              <a:gd name="connsiteX1" fmla="*/ 613277 w 3212460"/>
              <a:gd name="connsiteY1" fmla="*/ 0 h 1920108"/>
              <a:gd name="connsiteX2" fmla="*/ 815519 w 3212460"/>
              <a:gd name="connsiteY2" fmla="*/ 72065 h 1920108"/>
              <a:gd name="connsiteX3" fmla="*/ 3156027 w 3212460"/>
              <a:gd name="connsiteY3" fmla="*/ 1843776 h 1920108"/>
              <a:gd name="connsiteX4" fmla="*/ 3212460 w 3212460"/>
              <a:gd name="connsiteY4" fmla="*/ 1920108 h 1920108"/>
              <a:gd name="connsiteX5" fmla="*/ 3017940 w 3212460"/>
              <a:gd name="connsiteY5" fmla="*/ 1735571 h 1920108"/>
              <a:gd name="connsiteX6" fmla="*/ 56031 w 3212460"/>
              <a:gd name="connsiteY6" fmla="*/ 374148 h 1920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212460" h="1920108">
                <a:moveTo>
                  <a:pt x="0" y="368316"/>
                </a:moveTo>
                <a:lnTo>
                  <a:pt x="613277" y="0"/>
                </a:lnTo>
                <a:lnTo>
                  <a:pt x="815519" y="72065"/>
                </a:lnTo>
                <a:cubicBezTo>
                  <a:pt x="1739867" y="437366"/>
                  <a:pt x="2527752" y="1040228"/>
                  <a:pt x="3156027" y="1843776"/>
                </a:cubicBezTo>
                <a:lnTo>
                  <a:pt x="3212460" y="1920108"/>
                </a:lnTo>
                <a:lnTo>
                  <a:pt x="3017940" y="1735571"/>
                </a:lnTo>
                <a:cubicBezTo>
                  <a:pt x="2192531" y="995908"/>
                  <a:pt x="1193572" y="525963"/>
                  <a:pt x="56031" y="374148"/>
                </a:cubicBezTo>
                <a:close/>
              </a:path>
            </a:pathLst>
          </a:custGeom>
          <a:solidFill>
            <a:srgbClr val="531C40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rgbClr val="531C40"/>
              </a:solidFill>
            </a:endParaRPr>
          </a:p>
        </p:txBody>
      </p:sp>
      <p:sp>
        <p:nvSpPr>
          <p:cNvPr id="9" name="TextBox 8"/>
          <p:cNvSpPr txBox="1">
            <a:spLocks/>
          </p:cNvSpPr>
          <p:nvPr userDrawn="1"/>
        </p:nvSpPr>
        <p:spPr>
          <a:xfrm rot="1859265">
            <a:off x="5427310" y="3217352"/>
            <a:ext cx="1912084" cy="3631362"/>
          </a:xfrm>
          <a:custGeom>
            <a:avLst/>
            <a:gdLst>
              <a:gd name="connsiteX0" fmla="*/ 0 w 1912084"/>
              <a:gd name="connsiteY0" fmla="*/ 0 h 3631362"/>
              <a:gd name="connsiteX1" fmla="*/ 47861 w 1912084"/>
              <a:gd name="connsiteY1" fmla="*/ 45405 h 3631362"/>
              <a:gd name="connsiteX2" fmla="*/ 1889805 w 1912084"/>
              <a:gd name="connsiteY2" fmla="*/ 3291102 h 3631362"/>
              <a:gd name="connsiteX3" fmla="*/ 1912084 w 1912084"/>
              <a:gd name="connsiteY3" fmla="*/ 3370304 h 3631362"/>
              <a:gd name="connsiteX4" fmla="*/ 1477400 w 1912084"/>
              <a:gd name="connsiteY4" fmla="*/ 3631362 h 3631362"/>
              <a:gd name="connsiteX5" fmla="*/ 1472304 w 1912084"/>
              <a:gd name="connsiteY5" fmla="*/ 3599174 h 3631362"/>
              <a:gd name="connsiteX6" fmla="*/ 147049 w 1912084"/>
              <a:gd name="connsiteY6" fmla="*/ 198900 h 3631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2084" h="3631362">
                <a:moveTo>
                  <a:pt x="0" y="0"/>
                </a:moveTo>
                <a:lnTo>
                  <a:pt x="47861" y="45405"/>
                </a:lnTo>
                <a:cubicBezTo>
                  <a:pt x="862909" y="863313"/>
                  <a:pt x="1489673" y="1962910"/>
                  <a:pt x="1889805" y="3291102"/>
                </a:cubicBezTo>
                <a:lnTo>
                  <a:pt x="1912084" y="3370304"/>
                </a:lnTo>
                <a:lnTo>
                  <a:pt x="1477400" y="3631362"/>
                </a:lnTo>
                <a:lnTo>
                  <a:pt x="1472304" y="3599174"/>
                </a:lnTo>
                <a:cubicBezTo>
                  <a:pt x="1240507" y="2266284"/>
                  <a:pt x="788947" y="1117232"/>
                  <a:pt x="147049" y="198900"/>
                </a:cubicBezTo>
                <a:close/>
              </a:path>
            </a:pathLst>
          </a:custGeom>
          <a:solidFill>
            <a:srgbClr val="3D0029"/>
          </a:solidFill>
        </p:spPr>
        <p:txBody>
          <a:bodyPr vert="horz" wrap="square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1A2A4F"/>
              </a:solidFill>
            </a:endParaRP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2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5309763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6" hasCustomPrompt="1"/>
          </p:nvPr>
        </p:nvSpPr>
        <p:spPr>
          <a:xfrm>
            <a:off x="5263986" y="-9600"/>
            <a:ext cx="3896484" cy="6894392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79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2573 w 10000"/>
              <a:gd name="connsiteY0" fmla="*/ 4450 h 10000"/>
              <a:gd name="connsiteX1" fmla="*/ 79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2573 w 10000"/>
              <a:gd name="connsiteY5" fmla="*/ 4450 h 10000"/>
              <a:gd name="connsiteX0" fmla="*/ 2495 w 9922"/>
              <a:gd name="connsiteY0" fmla="*/ 4450 h 10000"/>
              <a:gd name="connsiteX1" fmla="*/ 1 w 9922"/>
              <a:gd name="connsiteY1" fmla="*/ 0 h 10000"/>
              <a:gd name="connsiteX2" fmla="*/ 9922 w 9922"/>
              <a:gd name="connsiteY2" fmla="*/ 0 h 10000"/>
              <a:gd name="connsiteX3" fmla="*/ 9922 w 9922"/>
              <a:gd name="connsiteY3" fmla="*/ 10000 h 10000"/>
              <a:gd name="connsiteX4" fmla="*/ 2306 w 9922"/>
              <a:gd name="connsiteY4" fmla="*/ 10000 h 10000"/>
              <a:gd name="connsiteX5" fmla="*/ 2495 w 9922"/>
              <a:gd name="connsiteY5" fmla="*/ 4450 h 10000"/>
              <a:gd name="connsiteX0" fmla="*/ 2515 w 10000"/>
              <a:gd name="connsiteY0" fmla="*/ 4450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471 w 10000"/>
              <a:gd name="connsiteY4" fmla="*/ 10005 h 10005"/>
              <a:gd name="connsiteX5" fmla="*/ 2515 w 10000"/>
              <a:gd name="connsiteY5" fmla="*/ 4450 h 10005"/>
              <a:gd name="connsiteX0" fmla="*/ 2515 w 10000"/>
              <a:gd name="connsiteY0" fmla="*/ 4450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15 w 10000"/>
              <a:gd name="connsiteY5" fmla="*/ 4450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542 w 10000"/>
              <a:gd name="connsiteY0" fmla="*/ 4367 h 10005"/>
              <a:gd name="connsiteX1" fmla="*/ 1 w 10000"/>
              <a:gd name="connsiteY1" fmla="*/ 0 h 10005"/>
              <a:gd name="connsiteX2" fmla="*/ 10000 w 10000"/>
              <a:gd name="connsiteY2" fmla="*/ 0 h 10005"/>
              <a:gd name="connsiteX3" fmla="*/ 10000 w 10000"/>
              <a:gd name="connsiteY3" fmla="*/ 10000 h 10005"/>
              <a:gd name="connsiteX4" fmla="*/ 2324 w 10000"/>
              <a:gd name="connsiteY4" fmla="*/ 10005 h 10005"/>
              <a:gd name="connsiteX5" fmla="*/ 2542 w 10000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7 h 10005"/>
              <a:gd name="connsiteX1" fmla="*/ 0 w 10059"/>
              <a:gd name="connsiteY1" fmla="*/ 5 h 10005"/>
              <a:gd name="connsiteX2" fmla="*/ 10059 w 10059"/>
              <a:gd name="connsiteY2" fmla="*/ 0 h 10005"/>
              <a:gd name="connsiteX3" fmla="*/ 10059 w 10059"/>
              <a:gd name="connsiteY3" fmla="*/ 10000 h 10005"/>
              <a:gd name="connsiteX4" fmla="*/ 2383 w 10059"/>
              <a:gd name="connsiteY4" fmla="*/ 10005 h 10005"/>
              <a:gd name="connsiteX5" fmla="*/ 2601 w 10059"/>
              <a:gd name="connsiteY5" fmla="*/ 4367 h 10005"/>
              <a:gd name="connsiteX0" fmla="*/ 2601 w 10059"/>
              <a:gd name="connsiteY0" fmla="*/ 4362 h 10000"/>
              <a:gd name="connsiteX1" fmla="*/ 0 w 10059"/>
              <a:gd name="connsiteY1" fmla="*/ 0 h 10000"/>
              <a:gd name="connsiteX2" fmla="*/ 7266 w 10059"/>
              <a:gd name="connsiteY2" fmla="*/ 21 h 10000"/>
              <a:gd name="connsiteX3" fmla="*/ 10059 w 10059"/>
              <a:gd name="connsiteY3" fmla="*/ 9995 h 10000"/>
              <a:gd name="connsiteX4" fmla="*/ 2383 w 10059"/>
              <a:gd name="connsiteY4" fmla="*/ 10000 h 10000"/>
              <a:gd name="connsiteX5" fmla="*/ 2601 w 10059"/>
              <a:gd name="connsiteY5" fmla="*/ 4362 h 10000"/>
              <a:gd name="connsiteX0" fmla="*/ 2601 w 10059"/>
              <a:gd name="connsiteY0" fmla="*/ 4381 h 10019"/>
              <a:gd name="connsiteX1" fmla="*/ 0 w 10059"/>
              <a:gd name="connsiteY1" fmla="*/ 19 h 10019"/>
              <a:gd name="connsiteX2" fmla="*/ 8159 w 10059"/>
              <a:gd name="connsiteY2" fmla="*/ 0 h 10019"/>
              <a:gd name="connsiteX3" fmla="*/ 10059 w 10059"/>
              <a:gd name="connsiteY3" fmla="*/ 10014 h 10019"/>
              <a:gd name="connsiteX4" fmla="*/ 2383 w 10059"/>
              <a:gd name="connsiteY4" fmla="*/ 10019 h 10019"/>
              <a:gd name="connsiteX5" fmla="*/ 2601 w 10059"/>
              <a:gd name="connsiteY5" fmla="*/ 4381 h 10019"/>
              <a:gd name="connsiteX0" fmla="*/ 2601 w 8159"/>
              <a:gd name="connsiteY0" fmla="*/ 4381 h 10019"/>
              <a:gd name="connsiteX1" fmla="*/ 0 w 8159"/>
              <a:gd name="connsiteY1" fmla="*/ 19 h 10019"/>
              <a:gd name="connsiteX2" fmla="*/ 8159 w 8159"/>
              <a:gd name="connsiteY2" fmla="*/ 0 h 10019"/>
              <a:gd name="connsiteX3" fmla="*/ 6582 w 8159"/>
              <a:gd name="connsiteY3" fmla="*/ 9974 h 10019"/>
              <a:gd name="connsiteX4" fmla="*/ 2383 w 8159"/>
              <a:gd name="connsiteY4" fmla="*/ 10019 h 10019"/>
              <a:gd name="connsiteX5" fmla="*/ 2601 w 8159"/>
              <a:gd name="connsiteY5" fmla="*/ 4381 h 10019"/>
              <a:gd name="connsiteX0" fmla="*/ 3188 w 10023"/>
              <a:gd name="connsiteY0" fmla="*/ 4373 h 10034"/>
              <a:gd name="connsiteX1" fmla="*/ 0 w 10023"/>
              <a:gd name="connsiteY1" fmla="*/ 19 h 10034"/>
              <a:gd name="connsiteX2" fmla="*/ 10000 w 10023"/>
              <a:gd name="connsiteY2" fmla="*/ 0 h 10034"/>
              <a:gd name="connsiteX3" fmla="*/ 10023 w 10023"/>
              <a:gd name="connsiteY3" fmla="*/ 10034 h 10034"/>
              <a:gd name="connsiteX4" fmla="*/ 2921 w 10023"/>
              <a:gd name="connsiteY4" fmla="*/ 10000 h 10034"/>
              <a:gd name="connsiteX5" fmla="*/ 3188 w 10023"/>
              <a:gd name="connsiteY5" fmla="*/ 4373 h 10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3" h="10034">
                <a:moveTo>
                  <a:pt x="3188" y="4373"/>
                </a:moveTo>
                <a:cubicBezTo>
                  <a:pt x="2933" y="3375"/>
                  <a:pt x="2525" y="1794"/>
                  <a:pt x="0" y="19"/>
                </a:cubicBezTo>
                <a:lnTo>
                  <a:pt x="10000" y="0"/>
                </a:lnTo>
                <a:cubicBezTo>
                  <a:pt x="10008" y="3345"/>
                  <a:pt x="10015" y="6689"/>
                  <a:pt x="10023" y="10034"/>
                </a:cubicBezTo>
                <a:lnTo>
                  <a:pt x="2921" y="10000"/>
                </a:lnTo>
                <a:cubicBezTo>
                  <a:pt x="3673" y="8295"/>
                  <a:pt x="4076" y="6513"/>
                  <a:pt x="3188" y="4373"/>
                </a:cubicBez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41310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righ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5309763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5" name="Freeform 14"/>
          <p:cNvSpPr/>
          <p:nvPr userDrawn="1"/>
        </p:nvSpPr>
        <p:spPr>
          <a:xfrm>
            <a:off x="4289143" y="-3176"/>
            <a:ext cx="2692854" cy="143447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718254"/>
              <a:gd name="connsiteY0" fmla="*/ 0 h 1434477"/>
              <a:gd name="connsiteX1" fmla="*/ 890425 w 2718254"/>
              <a:gd name="connsiteY1" fmla="*/ 15875 h 1434477"/>
              <a:gd name="connsiteX2" fmla="*/ 2508118 w 2718254"/>
              <a:gd name="connsiteY2" fmla="*/ 1228172 h 1434477"/>
              <a:gd name="connsiteX3" fmla="*/ 2718254 w 2718254"/>
              <a:gd name="connsiteY3" fmla="*/ 1434477 h 1434477"/>
              <a:gd name="connsiteX4" fmla="*/ 2663016 w 2718254"/>
              <a:gd name="connsiteY4" fmla="*/ 1398519 h 1434477"/>
              <a:gd name="connsiteX5" fmla="*/ 502410 w 2718254"/>
              <a:gd name="connsiteY5" fmla="*/ 223171 h 1434477"/>
              <a:gd name="connsiteX6" fmla="*/ 0 w 2718254"/>
              <a:gd name="connsiteY6" fmla="*/ 0 h 1434477"/>
              <a:gd name="connsiteX0" fmla="*/ 0 w 2692854"/>
              <a:gd name="connsiteY0" fmla="*/ 0 h 1431302"/>
              <a:gd name="connsiteX1" fmla="*/ 865025 w 2692854"/>
              <a:gd name="connsiteY1" fmla="*/ 12700 h 1431302"/>
              <a:gd name="connsiteX2" fmla="*/ 2482718 w 2692854"/>
              <a:gd name="connsiteY2" fmla="*/ 1224997 h 1431302"/>
              <a:gd name="connsiteX3" fmla="*/ 2692854 w 2692854"/>
              <a:gd name="connsiteY3" fmla="*/ 1431302 h 1431302"/>
              <a:gd name="connsiteX4" fmla="*/ 2637616 w 2692854"/>
              <a:gd name="connsiteY4" fmla="*/ 1395344 h 1431302"/>
              <a:gd name="connsiteX5" fmla="*/ 477010 w 2692854"/>
              <a:gd name="connsiteY5" fmla="*/ 219996 h 1431302"/>
              <a:gd name="connsiteX6" fmla="*/ 0 w 2692854"/>
              <a:gd name="connsiteY6" fmla="*/ 0 h 1431302"/>
              <a:gd name="connsiteX0" fmla="*/ 0 w 2692854"/>
              <a:gd name="connsiteY0" fmla="*/ 3175 h 1434477"/>
              <a:gd name="connsiteX1" fmla="*/ 865025 w 2692854"/>
              <a:gd name="connsiteY1" fmla="*/ 0 h 1434477"/>
              <a:gd name="connsiteX2" fmla="*/ 2482718 w 2692854"/>
              <a:gd name="connsiteY2" fmla="*/ 1228172 h 1434477"/>
              <a:gd name="connsiteX3" fmla="*/ 2692854 w 2692854"/>
              <a:gd name="connsiteY3" fmla="*/ 1434477 h 1434477"/>
              <a:gd name="connsiteX4" fmla="*/ 2637616 w 2692854"/>
              <a:gd name="connsiteY4" fmla="*/ 1398519 h 1434477"/>
              <a:gd name="connsiteX5" fmla="*/ 477010 w 2692854"/>
              <a:gd name="connsiteY5" fmla="*/ 223171 h 1434477"/>
              <a:gd name="connsiteX6" fmla="*/ 0 w 2692854"/>
              <a:gd name="connsiteY6" fmla="*/ 3175 h 143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2854" h="1434477">
                <a:moveTo>
                  <a:pt x="0" y="3175"/>
                </a:moveTo>
                <a:lnTo>
                  <a:pt x="865025" y="0"/>
                </a:lnTo>
                <a:cubicBezTo>
                  <a:pt x="1340750" y="320234"/>
                  <a:pt x="1967188" y="748716"/>
                  <a:pt x="2482718" y="1228172"/>
                </a:cubicBezTo>
                <a:lnTo>
                  <a:pt x="2692854" y="1434477"/>
                </a:lnTo>
                <a:lnTo>
                  <a:pt x="2637616" y="1398519"/>
                </a:lnTo>
                <a:cubicBezTo>
                  <a:pt x="2338709" y="1207951"/>
                  <a:pt x="1470347" y="700365"/>
                  <a:pt x="477010" y="223171"/>
                </a:cubicBezTo>
                <a:lnTo>
                  <a:pt x="0" y="3175"/>
                </a:lnTo>
                <a:close/>
              </a:path>
            </a:pathLst>
          </a:custGeom>
          <a:solidFill>
            <a:srgbClr val="3D002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5"/>
          <p:cNvSpPr/>
          <p:nvPr userDrawn="1"/>
        </p:nvSpPr>
        <p:spPr>
          <a:xfrm>
            <a:off x="5762543" y="143446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5154997" y="-3601"/>
            <a:ext cx="4012145" cy="6877548"/>
          </a:xfrm>
          <a:custGeom>
            <a:avLst/>
            <a:gdLst>
              <a:gd name="connsiteX0" fmla="*/ 0 w 10000"/>
              <a:gd name="connsiteY0" fmla="*/ 2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0 w 10000"/>
              <a:gd name="connsiteY0" fmla="*/ 2000 h 10000"/>
              <a:gd name="connsiteX1" fmla="*/ 16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0 w 10000"/>
              <a:gd name="connsiteY5" fmla="*/ 2000 h 10000"/>
              <a:gd name="connsiteX0" fmla="*/ 3638 w 10000"/>
              <a:gd name="connsiteY0" fmla="*/ 2129 h 10000"/>
              <a:gd name="connsiteX1" fmla="*/ 16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  <a:gd name="connsiteX5" fmla="*/ 3638 w 10000"/>
              <a:gd name="connsiteY5" fmla="*/ 2129 h 10000"/>
              <a:gd name="connsiteX0" fmla="*/ 3623 w 9985"/>
              <a:gd name="connsiteY0" fmla="*/ 2129 h 10014"/>
              <a:gd name="connsiteX1" fmla="*/ 1 w 9985"/>
              <a:gd name="connsiteY1" fmla="*/ 29 h 10014"/>
              <a:gd name="connsiteX2" fmla="*/ 9985 w 9985"/>
              <a:gd name="connsiteY2" fmla="*/ 0 h 10014"/>
              <a:gd name="connsiteX3" fmla="*/ 9985 w 9985"/>
              <a:gd name="connsiteY3" fmla="*/ 10000 h 10014"/>
              <a:gd name="connsiteX4" fmla="*/ 2378 w 9985"/>
              <a:gd name="connsiteY4" fmla="*/ 10014 h 10014"/>
              <a:gd name="connsiteX5" fmla="*/ 3623 w 9985"/>
              <a:gd name="connsiteY5" fmla="*/ 2129 h 10014"/>
              <a:gd name="connsiteX0" fmla="*/ 3628 w 10000"/>
              <a:gd name="connsiteY0" fmla="*/ 2126 h 9986"/>
              <a:gd name="connsiteX1" fmla="*/ 1 w 10000"/>
              <a:gd name="connsiteY1" fmla="*/ 29 h 9986"/>
              <a:gd name="connsiteX2" fmla="*/ 10000 w 10000"/>
              <a:gd name="connsiteY2" fmla="*/ 0 h 9986"/>
              <a:gd name="connsiteX3" fmla="*/ 10000 w 10000"/>
              <a:gd name="connsiteY3" fmla="*/ 9986 h 9986"/>
              <a:gd name="connsiteX4" fmla="*/ 2402 w 10000"/>
              <a:gd name="connsiteY4" fmla="*/ 9981 h 9986"/>
              <a:gd name="connsiteX5" fmla="*/ 3628 w 10000"/>
              <a:gd name="connsiteY5" fmla="*/ 2126 h 9986"/>
              <a:gd name="connsiteX0" fmla="*/ 3601 w 10000"/>
              <a:gd name="connsiteY0" fmla="*/ 2095 h 10000"/>
              <a:gd name="connsiteX1" fmla="*/ 1 w 10000"/>
              <a:gd name="connsiteY1" fmla="*/ 2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2402 w 10000"/>
              <a:gd name="connsiteY4" fmla="*/ 9995 h 10000"/>
              <a:gd name="connsiteX5" fmla="*/ 3601 w 10000"/>
              <a:gd name="connsiteY5" fmla="*/ 2095 h 10000"/>
              <a:gd name="connsiteX0" fmla="*/ 3601 w 10000"/>
              <a:gd name="connsiteY0" fmla="*/ 2095 h 10000"/>
              <a:gd name="connsiteX1" fmla="*/ 1 w 10000"/>
              <a:gd name="connsiteY1" fmla="*/ 9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2402 w 10000"/>
              <a:gd name="connsiteY4" fmla="*/ 9995 h 10000"/>
              <a:gd name="connsiteX5" fmla="*/ 3601 w 10000"/>
              <a:gd name="connsiteY5" fmla="*/ 2095 h 10000"/>
              <a:gd name="connsiteX0" fmla="*/ 3601 w 10000"/>
              <a:gd name="connsiteY0" fmla="*/ 2096 h 10001"/>
              <a:gd name="connsiteX1" fmla="*/ 1 w 10000"/>
              <a:gd name="connsiteY1" fmla="*/ 0 h 10001"/>
              <a:gd name="connsiteX2" fmla="*/ 10000 w 10000"/>
              <a:gd name="connsiteY2" fmla="*/ 1 h 10001"/>
              <a:gd name="connsiteX3" fmla="*/ 10000 w 10000"/>
              <a:gd name="connsiteY3" fmla="*/ 10001 h 10001"/>
              <a:gd name="connsiteX4" fmla="*/ 2402 w 10000"/>
              <a:gd name="connsiteY4" fmla="*/ 9996 h 10001"/>
              <a:gd name="connsiteX5" fmla="*/ 3601 w 10000"/>
              <a:gd name="connsiteY5" fmla="*/ 2096 h 10001"/>
              <a:gd name="connsiteX0" fmla="*/ 3600 w 9999"/>
              <a:gd name="connsiteY0" fmla="*/ 2096 h 10001"/>
              <a:gd name="connsiteX1" fmla="*/ 0 w 9999"/>
              <a:gd name="connsiteY1" fmla="*/ 0 h 10001"/>
              <a:gd name="connsiteX2" fmla="*/ 9999 w 9999"/>
              <a:gd name="connsiteY2" fmla="*/ 1 h 10001"/>
              <a:gd name="connsiteX3" fmla="*/ 9999 w 9999"/>
              <a:gd name="connsiteY3" fmla="*/ 10001 h 10001"/>
              <a:gd name="connsiteX4" fmla="*/ 2401 w 9999"/>
              <a:gd name="connsiteY4" fmla="*/ 9996 h 10001"/>
              <a:gd name="connsiteX5" fmla="*/ 3600 w 9999"/>
              <a:gd name="connsiteY5" fmla="*/ 2096 h 10001"/>
              <a:gd name="connsiteX0" fmla="*/ 3600 w 10000"/>
              <a:gd name="connsiteY0" fmla="*/ 2096 h 10000"/>
              <a:gd name="connsiteX1" fmla="*/ 0 w 10000"/>
              <a:gd name="connsiteY1" fmla="*/ 0 h 10000"/>
              <a:gd name="connsiteX2" fmla="*/ 10000 w 10000"/>
              <a:gd name="connsiteY2" fmla="*/ 1 h 10000"/>
              <a:gd name="connsiteX3" fmla="*/ 10000 w 10000"/>
              <a:gd name="connsiteY3" fmla="*/ 10000 h 10000"/>
              <a:gd name="connsiteX4" fmla="*/ 2401 w 10000"/>
              <a:gd name="connsiteY4" fmla="*/ 9995 h 10000"/>
              <a:gd name="connsiteX5" fmla="*/ 3600 w 10000"/>
              <a:gd name="connsiteY5" fmla="*/ 2096 h 10000"/>
              <a:gd name="connsiteX0" fmla="*/ 3613 w 10013"/>
              <a:gd name="connsiteY0" fmla="*/ 2095 h 9999"/>
              <a:gd name="connsiteX1" fmla="*/ 0 w 10013"/>
              <a:gd name="connsiteY1" fmla="*/ 4 h 9999"/>
              <a:gd name="connsiteX2" fmla="*/ 10013 w 10013"/>
              <a:gd name="connsiteY2" fmla="*/ 0 h 9999"/>
              <a:gd name="connsiteX3" fmla="*/ 10013 w 10013"/>
              <a:gd name="connsiteY3" fmla="*/ 9999 h 9999"/>
              <a:gd name="connsiteX4" fmla="*/ 2414 w 10013"/>
              <a:gd name="connsiteY4" fmla="*/ 9994 h 9999"/>
              <a:gd name="connsiteX5" fmla="*/ 3613 w 10013"/>
              <a:gd name="connsiteY5" fmla="*/ 2095 h 9999"/>
              <a:gd name="connsiteX0" fmla="*/ 3608 w 10000"/>
              <a:gd name="connsiteY0" fmla="*/ 2091 h 9996"/>
              <a:gd name="connsiteX1" fmla="*/ 0 w 10000"/>
              <a:gd name="connsiteY1" fmla="*/ 0 h 9996"/>
              <a:gd name="connsiteX2" fmla="*/ 7348 w 10000"/>
              <a:gd name="connsiteY2" fmla="*/ 9 h 9996"/>
              <a:gd name="connsiteX3" fmla="*/ 10000 w 10000"/>
              <a:gd name="connsiteY3" fmla="*/ 9996 h 9996"/>
              <a:gd name="connsiteX4" fmla="*/ 2411 w 10000"/>
              <a:gd name="connsiteY4" fmla="*/ 9991 h 9996"/>
              <a:gd name="connsiteX5" fmla="*/ 3608 w 10000"/>
              <a:gd name="connsiteY5" fmla="*/ 2091 h 9996"/>
              <a:gd name="connsiteX0" fmla="*/ 3608 w 10000"/>
              <a:gd name="connsiteY0" fmla="*/ 2092 h 10000"/>
              <a:gd name="connsiteX1" fmla="*/ 0 w 10000"/>
              <a:gd name="connsiteY1" fmla="*/ 0 h 10000"/>
              <a:gd name="connsiteX2" fmla="*/ 7921 w 10000"/>
              <a:gd name="connsiteY2" fmla="*/ 9 h 10000"/>
              <a:gd name="connsiteX3" fmla="*/ 10000 w 10000"/>
              <a:gd name="connsiteY3" fmla="*/ 10000 h 10000"/>
              <a:gd name="connsiteX4" fmla="*/ 2411 w 10000"/>
              <a:gd name="connsiteY4" fmla="*/ 9995 h 10000"/>
              <a:gd name="connsiteX5" fmla="*/ 3608 w 10000"/>
              <a:gd name="connsiteY5" fmla="*/ 2092 h 10000"/>
              <a:gd name="connsiteX0" fmla="*/ 3608 w 7921"/>
              <a:gd name="connsiteY0" fmla="*/ 2092 h 9995"/>
              <a:gd name="connsiteX1" fmla="*/ 0 w 7921"/>
              <a:gd name="connsiteY1" fmla="*/ 0 h 9995"/>
              <a:gd name="connsiteX2" fmla="*/ 7921 w 7921"/>
              <a:gd name="connsiteY2" fmla="*/ 9 h 9995"/>
              <a:gd name="connsiteX3" fmla="*/ 7420 w 7921"/>
              <a:gd name="connsiteY3" fmla="*/ 9974 h 9995"/>
              <a:gd name="connsiteX4" fmla="*/ 2411 w 7921"/>
              <a:gd name="connsiteY4" fmla="*/ 9995 h 9995"/>
              <a:gd name="connsiteX5" fmla="*/ 3608 w 7921"/>
              <a:gd name="connsiteY5" fmla="*/ 2092 h 9995"/>
              <a:gd name="connsiteX0" fmla="*/ 4555 w 10024"/>
              <a:gd name="connsiteY0" fmla="*/ 2093 h 10019"/>
              <a:gd name="connsiteX1" fmla="*/ 0 w 10024"/>
              <a:gd name="connsiteY1" fmla="*/ 0 h 10019"/>
              <a:gd name="connsiteX2" fmla="*/ 10000 w 10024"/>
              <a:gd name="connsiteY2" fmla="*/ 9 h 10019"/>
              <a:gd name="connsiteX3" fmla="*/ 10024 w 10024"/>
              <a:gd name="connsiteY3" fmla="*/ 10019 h 10019"/>
              <a:gd name="connsiteX4" fmla="*/ 3044 w 10024"/>
              <a:gd name="connsiteY4" fmla="*/ 10000 h 10019"/>
              <a:gd name="connsiteX5" fmla="*/ 4555 w 10024"/>
              <a:gd name="connsiteY5" fmla="*/ 2093 h 10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24" h="10019">
                <a:moveTo>
                  <a:pt x="4555" y="2093"/>
                </a:moveTo>
                <a:cubicBezTo>
                  <a:pt x="3391" y="1363"/>
                  <a:pt x="1216" y="491"/>
                  <a:pt x="0" y="0"/>
                </a:cubicBezTo>
                <a:lnTo>
                  <a:pt x="10000" y="9"/>
                </a:lnTo>
                <a:cubicBezTo>
                  <a:pt x="10008" y="3346"/>
                  <a:pt x="10016" y="6682"/>
                  <a:pt x="10024" y="10019"/>
                </a:cubicBezTo>
                <a:lnTo>
                  <a:pt x="3044" y="10000"/>
                </a:lnTo>
                <a:lnTo>
                  <a:pt x="4555" y="2093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51162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left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098464" y="1177025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098464" y="1653058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4098464" y="2423063"/>
            <a:ext cx="4408918" cy="2817273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 flipH="1">
            <a:off x="1814976" y="383492"/>
            <a:ext cx="3338804" cy="6474508"/>
            <a:chOff x="4000590" y="374206"/>
            <a:chExt cx="3338804" cy="6474508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 rot="1859265">
              <a:off x="4000590" y="374206"/>
              <a:ext cx="3212460" cy="1920108"/>
            </a:xfrm>
            <a:custGeom>
              <a:avLst/>
              <a:gdLst>
                <a:gd name="connsiteX0" fmla="*/ 0 w 3212460"/>
                <a:gd name="connsiteY0" fmla="*/ 368316 h 1920108"/>
                <a:gd name="connsiteX1" fmla="*/ 613277 w 3212460"/>
                <a:gd name="connsiteY1" fmla="*/ 0 h 1920108"/>
                <a:gd name="connsiteX2" fmla="*/ 815519 w 3212460"/>
                <a:gd name="connsiteY2" fmla="*/ 72065 h 1920108"/>
                <a:gd name="connsiteX3" fmla="*/ 3156027 w 3212460"/>
                <a:gd name="connsiteY3" fmla="*/ 1843776 h 1920108"/>
                <a:gd name="connsiteX4" fmla="*/ 3212460 w 3212460"/>
                <a:gd name="connsiteY4" fmla="*/ 1920108 h 1920108"/>
                <a:gd name="connsiteX5" fmla="*/ 3017940 w 3212460"/>
                <a:gd name="connsiteY5" fmla="*/ 1735571 h 1920108"/>
                <a:gd name="connsiteX6" fmla="*/ 56031 w 3212460"/>
                <a:gd name="connsiteY6" fmla="*/ 374148 h 1920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12460" h="1920108">
                  <a:moveTo>
                    <a:pt x="0" y="368316"/>
                  </a:moveTo>
                  <a:lnTo>
                    <a:pt x="613277" y="0"/>
                  </a:lnTo>
                  <a:lnTo>
                    <a:pt x="815519" y="72065"/>
                  </a:lnTo>
                  <a:cubicBezTo>
                    <a:pt x="1739867" y="437366"/>
                    <a:pt x="2527752" y="1040228"/>
                    <a:pt x="3156027" y="1843776"/>
                  </a:cubicBezTo>
                  <a:lnTo>
                    <a:pt x="3212460" y="1920108"/>
                  </a:lnTo>
                  <a:lnTo>
                    <a:pt x="3017940" y="1735571"/>
                  </a:lnTo>
                  <a:cubicBezTo>
                    <a:pt x="2192531" y="995908"/>
                    <a:pt x="1193572" y="525963"/>
                    <a:pt x="56031" y="374148"/>
                  </a:cubicBezTo>
                  <a:close/>
                </a:path>
              </a:pathLst>
            </a:custGeom>
            <a:solidFill>
              <a:srgbClr val="3D0029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  <p:sp>
          <p:nvSpPr>
            <p:cNvPr id="15" name="TextBox 14"/>
            <p:cNvSpPr txBox="1">
              <a:spLocks/>
            </p:cNvSpPr>
            <p:nvPr userDrawn="1"/>
          </p:nvSpPr>
          <p:spPr>
            <a:xfrm rot="1859265">
              <a:off x="5427310" y="3217352"/>
              <a:ext cx="1912084" cy="3631362"/>
            </a:xfrm>
            <a:custGeom>
              <a:avLst/>
              <a:gdLst>
                <a:gd name="connsiteX0" fmla="*/ 0 w 1912084"/>
                <a:gd name="connsiteY0" fmla="*/ 0 h 3631362"/>
                <a:gd name="connsiteX1" fmla="*/ 47861 w 1912084"/>
                <a:gd name="connsiteY1" fmla="*/ 45405 h 3631362"/>
                <a:gd name="connsiteX2" fmla="*/ 1889805 w 1912084"/>
                <a:gd name="connsiteY2" fmla="*/ 3291102 h 3631362"/>
                <a:gd name="connsiteX3" fmla="*/ 1912084 w 1912084"/>
                <a:gd name="connsiteY3" fmla="*/ 3370304 h 3631362"/>
                <a:gd name="connsiteX4" fmla="*/ 1477400 w 1912084"/>
                <a:gd name="connsiteY4" fmla="*/ 3631362 h 3631362"/>
                <a:gd name="connsiteX5" fmla="*/ 1472304 w 1912084"/>
                <a:gd name="connsiteY5" fmla="*/ 3599174 h 3631362"/>
                <a:gd name="connsiteX6" fmla="*/ 147049 w 1912084"/>
                <a:gd name="connsiteY6" fmla="*/ 198900 h 3631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912084" h="3631362">
                  <a:moveTo>
                    <a:pt x="0" y="0"/>
                  </a:moveTo>
                  <a:lnTo>
                    <a:pt x="47861" y="45405"/>
                  </a:lnTo>
                  <a:cubicBezTo>
                    <a:pt x="862909" y="863313"/>
                    <a:pt x="1489673" y="1962910"/>
                    <a:pt x="1889805" y="3291102"/>
                  </a:cubicBezTo>
                  <a:lnTo>
                    <a:pt x="1912084" y="3370304"/>
                  </a:lnTo>
                  <a:lnTo>
                    <a:pt x="1477400" y="3631362"/>
                  </a:lnTo>
                  <a:lnTo>
                    <a:pt x="1472304" y="3599174"/>
                  </a:lnTo>
                  <a:cubicBezTo>
                    <a:pt x="1240507" y="2266284"/>
                    <a:pt x="788947" y="1117232"/>
                    <a:pt x="147049" y="198900"/>
                  </a:cubicBezTo>
                  <a:close/>
                </a:path>
              </a:pathLst>
            </a:custGeom>
            <a:solidFill>
              <a:srgbClr val="531C40"/>
            </a:solidFill>
          </p:spPr>
          <p:txBody>
            <a:bodyPr vert="horz" wrap="square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/>
            </a:p>
          </p:txBody>
        </p:sp>
      </p:grpSp>
      <p:sp>
        <p:nvSpPr>
          <p:cNvPr id="6" name="Picture Placeholder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3913142" cy="6861586"/>
          </a:xfrm>
          <a:custGeom>
            <a:avLst/>
            <a:gdLst>
              <a:gd name="connsiteX0" fmla="*/ 0 w 3348038"/>
              <a:gd name="connsiteY0" fmla="*/ 0 h 6858000"/>
              <a:gd name="connsiteX1" fmla="*/ 2790021 w 3348038"/>
              <a:gd name="connsiteY1" fmla="*/ 0 h 6858000"/>
              <a:gd name="connsiteX2" fmla="*/ 3348038 w 3348038"/>
              <a:gd name="connsiteY2" fmla="*/ 558017 h 6858000"/>
              <a:gd name="connsiteX3" fmla="*/ 3348038 w 3348038"/>
              <a:gd name="connsiteY3" fmla="*/ 6858000 h 6858000"/>
              <a:gd name="connsiteX4" fmla="*/ 0 w 3348038"/>
              <a:gd name="connsiteY4" fmla="*/ 6858000 h 6858000"/>
              <a:gd name="connsiteX5" fmla="*/ 0 w 3348038"/>
              <a:gd name="connsiteY5" fmla="*/ 0 h 6858000"/>
              <a:gd name="connsiteX0" fmla="*/ 0 w 3348038"/>
              <a:gd name="connsiteY0" fmla="*/ 0 h 6858000"/>
              <a:gd name="connsiteX1" fmla="*/ 2790021 w 3348038"/>
              <a:gd name="connsiteY1" fmla="*/ 0 h 6858000"/>
              <a:gd name="connsiteX2" fmla="*/ 3348038 w 3348038"/>
              <a:gd name="connsiteY2" fmla="*/ 558017 h 6858000"/>
              <a:gd name="connsiteX3" fmla="*/ 2771568 w 3348038"/>
              <a:gd name="connsiteY3" fmla="*/ 6858000 h 6858000"/>
              <a:gd name="connsiteX4" fmla="*/ 0 w 3348038"/>
              <a:gd name="connsiteY4" fmla="*/ 6858000 h 6858000"/>
              <a:gd name="connsiteX5" fmla="*/ 0 w 3348038"/>
              <a:gd name="connsiteY5" fmla="*/ 0 h 6858000"/>
              <a:gd name="connsiteX0" fmla="*/ 0 w 2790021"/>
              <a:gd name="connsiteY0" fmla="*/ 0 h 6858000"/>
              <a:gd name="connsiteX1" fmla="*/ 2790021 w 2790021"/>
              <a:gd name="connsiteY1" fmla="*/ 0 h 6858000"/>
              <a:gd name="connsiteX2" fmla="*/ 2652299 w 2790021"/>
              <a:gd name="connsiteY2" fmla="*/ 2963286 h 6858000"/>
              <a:gd name="connsiteX3" fmla="*/ 2771568 w 2790021"/>
              <a:gd name="connsiteY3" fmla="*/ 6858000 h 6858000"/>
              <a:gd name="connsiteX4" fmla="*/ 0 w 2790021"/>
              <a:gd name="connsiteY4" fmla="*/ 6858000 h 6858000"/>
              <a:gd name="connsiteX5" fmla="*/ 0 w 2790021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52299 w 3913142"/>
              <a:gd name="connsiteY2" fmla="*/ 29632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52299 w 3913142"/>
              <a:gd name="connsiteY2" fmla="*/ 29632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58000"/>
              <a:gd name="connsiteX1" fmla="*/ 3913142 w 3913142"/>
              <a:gd name="connsiteY1" fmla="*/ 0 h 6858000"/>
              <a:gd name="connsiteX2" fmla="*/ 2664999 w 3913142"/>
              <a:gd name="connsiteY2" fmla="*/ 2988686 h 6858000"/>
              <a:gd name="connsiteX3" fmla="*/ 2771568 w 3913142"/>
              <a:gd name="connsiteY3" fmla="*/ 6858000 h 6858000"/>
              <a:gd name="connsiteX4" fmla="*/ 0 w 3913142"/>
              <a:gd name="connsiteY4" fmla="*/ 6858000 h 6858000"/>
              <a:gd name="connsiteX5" fmla="*/ 0 w 3913142"/>
              <a:gd name="connsiteY5" fmla="*/ 0 h 6858000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  <a:gd name="connsiteX0" fmla="*/ 0 w 3913142"/>
              <a:gd name="connsiteY0" fmla="*/ 0 h 6861586"/>
              <a:gd name="connsiteX1" fmla="*/ 3913142 w 3913142"/>
              <a:gd name="connsiteY1" fmla="*/ 0 h 6861586"/>
              <a:gd name="connsiteX2" fmla="*/ 2664999 w 3913142"/>
              <a:gd name="connsiteY2" fmla="*/ 2988686 h 6861586"/>
              <a:gd name="connsiteX3" fmla="*/ 2760811 w 3913142"/>
              <a:gd name="connsiteY3" fmla="*/ 6861586 h 6861586"/>
              <a:gd name="connsiteX4" fmla="*/ 0 w 3913142"/>
              <a:gd name="connsiteY4" fmla="*/ 6858000 h 6861586"/>
              <a:gd name="connsiteX5" fmla="*/ 0 w 3913142"/>
              <a:gd name="connsiteY5" fmla="*/ 0 h 686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13142" h="6861586">
                <a:moveTo>
                  <a:pt x="0" y="0"/>
                </a:moveTo>
                <a:lnTo>
                  <a:pt x="3913142" y="0"/>
                </a:lnTo>
                <a:cubicBezTo>
                  <a:pt x="2975336" y="1127462"/>
                  <a:pt x="2742380" y="2315249"/>
                  <a:pt x="2664999" y="2988686"/>
                </a:cubicBezTo>
                <a:cubicBezTo>
                  <a:pt x="2392136" y="3959313"/>
                  <a:pt x="2366700" y="5503683"/>
                  <a:pt x="2760811" y="6861586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413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with image lef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/>
          <p:cNvSpPr/>
          <p:nvPr userDrawn="1"/>
        </p:nvSpPr>
        <p:spPr>
          <a:xfrm flipH="1">
            <a:off x="2171560" y="3174"/>
            <a:ext cx="2692854" cy="1434477"/>
          </a:xfrm>
          <a:custGeom>
            <a:avLst/>
            <a:gdLst>
              <a:gd name="connsiteX0" fmla="*/ 0 w 2661104"/>
              <a:gd name="connsiteY0" fmla="*/ 0 h 1418602"/>
              <a:gd name="connsiteX1" fmla="*/ 833275 w 2661104"/>
              <a:gd name="connsiteY1" fmla="*/ 0 h 1418602"/>
              <a:gd name="connsiteX2" fmla="*/ 2450968 w 2661104"/>
              <a:gd name="connsiteY2" fmla="*/ 1212297 h 1418602"/>
              <a:gd name="connsiteX3" fmla="*/ 2661104 w 2661104"/>
              <a:gd name="connsiteY3" fmla="*/ 1418602 h 1418602"/>
              <a:gd name="connsiteX4" fmla="*/ 2605866 w 2661104"/>
              <a:gd name="connsiteY4" fmla="*/ 1382644 h 1418602"/>
              <a:gd name="connsiteX5" fmla="*/ 445260 w 2661104"/>
              <a:gd name="connsiteY5" fmla="*/ 207296 h 1418602"/>
              <a:gd name="connsiteX6" fmla="*/ 0 w 2661104"/>
              <a:gd name="connsiteY6" fmla="*/ 0 h 1418602"/>
              <a:gd name="connsiteX0" fmla="*/ 0 w 2718254"/>
              <a:gd name="connsiteY0" fmla="*/ 0 h 1434477"/>
              <a:gd name="connsiteX1" fmla="*/ 890425 w 2718254"/>
              <a:gd name="connsiteY1" fmla="*/ 15875 h 1434477"/>
              <a:gd name="connsiteX2" fmla="*/ 2508118 w 2718254"/>
              <a:gd name="connsiteY2" fmla="*/ 1228172 h 1434477"/>
              <a:gd name="connsiteX3" fmla="*/ 2718254 w 2718254"/>
              <a:gd name="connsiteY3" fmla="*/ 1434477 h 1434477"/>
              <a:gd name="connsiteX4" fmla="*/ 2663016 w 2718254"/>
              <a:gd name="connsiteY4" fmla="*/ 1398519 h 1434477"/>
              <a:gd name="connsiteX5" fmla="*/ 502410 w 2718254"/>
              <a:gd name="connsiteY5" fmla="*/ 223171 h 1434477"/>
              <a:gd name="connsiteX6" fmla="*/ 0 w 2718254"/>
              <a:gd name="connsiteY6" fmla="*/ 0 h 1434477"/>
              <a:gd name="connsiteX0" fmla="*/ 0 w 2692854"/>
              <a:gd name="connsiteY0" fmla="*/ 0 h 1431302"/>
              <a:gd name="connsiteX1" fmla="*/ 865025 w 2692854"/>
              <a:gd name="connsiteY1" fmla="*/ 12700 h 1431302"/>
              <a:gd name="connsiteX2" fmla="*/ 2482718 w 2692854"/>
              <a:gd name="connsiteY2" fmla="*/ 1224997 h 1431302"/>
              <a:gd name="connsiteX3" fmla="*/ 2692854 w 2692854"/>
              <a:gd name="connsiteY3" fmla="*/ 1431302 h 1431302"/>
              <a:gd name="connsiteX4" fmla="*/ 2637616 w 2692854"/>
              <a:gd name="connsiteY4" fmla="*/ 1395344 h 1431302"/>
              <a:gd name="connsiteX5" fmla="*/ 477010 w 2692854"/>
              <a:gd name="connsiteY5" fmla="*/ 219996 h 1431302"/>
              <a:gd name="connsiteX6" fmla="*/ 0 w 2692854"/>
              <a:gd name="connsiteY6" fmla="*/ 0 h 1431302"/>
              <a:gd name="connsiteX0" fmla="*/ 0 w 2692854"/>
              <a:gd name="connsiteY0" fmla="*/ 3175 h 1434477"/>
              <a:gd name="connsiteX1" fmla="*/ 865025 w 2692854"/>
              <a:gd name="connsiteY1" fmla="*/ 0 h 1434477"/>
              <a:gd name="connsiteX2" fmla="*/ 2482718 w 2692854"/>
              <a:gd name="connsiteY2" fmla="*/ 1228172 h 1434477"/>
              <a:gd name="connsiteX3" fmla="*/ 2692854 w 2692854"/>
              <a:gd name="connsiteY3" fmla="*/ 1434477 h 1434477"/>
              <a:gd name="connsiteX4" fmla="*/ 2637616 w 2692854"/>
              <a:gd name="connsiteY4" fmla="*/ 1398519 h 1434477"/>
              <a:gd name="connsiteX5" fmla="*/ 477010 w 2692854"/>
              <a:gd name="connsiteY5" fmla="*/ 223171 h 1434477"/>
              <a:gd name="connsiteX6" fmla="*/ 0 w 2692854"/>
              <a:gd name="connsiteY6" fmla="*/ 3175 h 1434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92854" h="1434477">
                <a:moveTo>
                  <a:pt x="0" y="3175"/>
                </a:moveTo>
                <a:lnTo>
                  <a:pt x="865025" y="0"/>
                </a:lnTo>
                <a:cubicBezTo>
                  <a:pt x="1340750" y="320234"/>
                  <a:pt x="1967188" y="748716"/>
                  <a:pt x="2482718" y="1228172"/>
                </a:cubicBezTo>
                <a:lnTo>
                  <a:pt x="2692854" y="1434477"/>
                </a:lnTo>
                <a:lnTo>
                  <a:pt x="2637616" y="1398519"/>
                </a:lnTo>
                <a:cubicBezTo>
                  <a:pt x="2338709" y="1207951"/>
                  <a:pt x="1470347" y="700365"/>
                  <a:pt x="477010" y="223171"/>
                </a:cubicBezTo>
                <a:lnTo>
                  <a:pt x="0" y="3175"/>
                </a:lnTo>
                <a:close/>
              </a:path>
            </a:pathLst>
          </a:custGeom>
          <a:solidFill>
            <a:srgbClr val="3D0029"/>
          </a:solidFill>
          <a:ln>
            <a:noFill/>
          </a:ln>
          <a:effectLst>
            <a:outerShdw blurRad="50800" dist="50800" dir="5400000" sx="1000" sy="1000" algn="ctr" rotWithShape="0">
              <a:srgbClr val="000000">
                <a:alpha val="4313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 15"/>
          <p:cNvSpPr/>
          <p:nvPr userDrawn="1"/>
        </p:nvSpPr>
        <p:spPr>
          <a:xfrm flipH="1">
            <a:off x="2181007" y="1434466"/>
            <a:ext cx="1219532" cy="5429884"/>
          </a:xfrm>
          <a:custGeom>
            <a:avLst/>
            <a:gdLst>
              <a:gd name="connsiteX0" fmla="*/ 1219502 w 1219532"/>
              <a:gd name="connsiteY0" fmla="*/ 0 h 5429884"/>
              <a:gd name="connsiteX1" fmla="*/ 1219532 w 1219532"/>
              <a:gd name="connsiteY1" fmla="*/ 30 h 5429884"/>
              <a:gd name="connsiteX2" fmla="*/ 617437 w 1219532"/>
              <a:gd name="connsiteY2" fmla="*/ 5429884 h 5429884"/>
              <a:gd name="connsiteX3" fmla="*/ 0 w 1219532"/>
              <a:gd name="connsiteY3" fmla="*/ 5428857 h 5429884"/>
              <a:gd name="connsiteX4" fmla="*/ 0 w 1219532"/>
              <a:gd name="connsiteY4" fmla="*/ 5423534 h 5429884"/>
              <a:gd name="connsiteX5" fmla="*/ 9526 w 1219532"/>
              <a:gd name="connsiteY5" fmla="*/ 5423534 h 5429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532" h="5429884">
                <a:moveTo>
                  <a:pt x="1219502" y="0"/>
                </a:moveTo>
                <a:lnTo>
                  <a:pt x="1219532" y="30"/>
                </a:lnTo>
                <a:lnTo>
                  <a:pt x="617437" y="5429884"/>
                </a:lnTo>
                <a:lnTo>
                  <a:pt x="0" y="5428857"/>
                </a:lnTo>
                <a:lnTo>
                  <a:pt x="0" y="5423534"/>
                </a:lnTo>
                <a:lnTo>
                  <a:pt x="9526" y="5423534"/>
                </a:lnTo>
                <a:close/>
              </a:path>
            </a:pathLst>
          </a:custGeom>
          <a:solidFill>
            <a:srgbClr val="531C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-9525" y="-6350"/>
            <a:ext cx="4010056" cy="6877122"/>
          </a:xfrm>
          <a:custGeom>
            <a:avLst/>
            <a:gdLst>
              <a:gd name="connsiteX0" fmla="*/ 0 w 3856038"/>
              <a:gd name="connsiteY0" fmla="*/ 0 h 6877122"/>
              <a:gd name="connsiteX1" fmla="*/ 3213352 w 3856038"/>
              <a:gd name="connsiteY1" fmla="*/ 0 h 6877122"/>
              <a:gd name="connsiteX2" fmla="*/ 3856038 w 3856038"/>
              <a:gd name="connsiteY2" fmla="*/ 642686 h 6877122"/>
              <a:gd name="connsiteX3" fmla="*/ 3856038 w 3856038"/>
              <a:gd name="connsiteY3" fmla="*/ 6877122 h 6877122"/>
              <a:gd name="connsiteX4" fmla="*/ 0 w 3856038"/>
              <a:gd name="connsiteY4" fmla="*/ 6877122 h 6877122"/>
              <a:gd name="connsiteX5" fmla="*/ 0 w 3856038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3856038 w 4000531"/>
              <a:gd name="connsiteY2" fmla="*/ 642686 h 6877122"/>
              <a:gd name="connsiteX3" fmla="*/ 3856038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70361 w 4000531"/>
              <a:gd name="connsiteY2" fmla="*/ 1445768 h 6877122"/>
              <a:gd name="connsiteX3" fmla="*/ 3856038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70361 w 4000531"/>
              <a:gd name="connsiteY2" fmla="*/ 1445768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1700461 w 4000531"/>
              <a:gd name="connsiteY2" fmla="*/ 131559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83061 w 4000531"/>
              <a:gd name="connsiteY2" fmla="*/ 143624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00531"/>
              <a:gd name="connsiteY0" fmla="*/ 0 h 6877122"/>
              <a:gd name="connsiteX1" fmla="*/ 4000531 w 4000531"/>
              <a:gd name="connsiteY1" fmla="*/ 0 h 6877122"/>
              <a:gd name="connsiteX2" fmla="*/ 2183061 w 4000531"/>
              <a:gd name="connsiteY2" fmla="*/ 1436243 h 6877122"/>
              <a:gd name="connsiteX3" fmla="*/ 2798514 w 4000531"/>
              <a:gd name="connsiteY3" fmla="*/ 6877122 h 6877122"/>
              <a:gd name="connsiteX4" fmla="*/ 0 w 4000531"/>
              <a:gd name="connsiteY4" fmla="*/ 6877122 h 6877122"/>
              <a:gd name="connsiteX5" fmla="*/ 0 w 4000531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  <a:gd name="connsiteX0" fmla="*/ 0 w 4010056"/>
              <a:gd name="connsiteY0" fmla="*/ 0 h 6877122"/>
              <a:gd name="connsiteX1" fmla="*/ 4010056 w 4010056"/>
              <a:gd name="connsiteY1" fmla="*/ 0 h 6877122"/>
              <a:gd name="connsiteX2" fmla="*/ 2183061 w 4010056"/>
              <a:gd name="connsiteY2" fmla="*/ 1436243 h 6877122"/>
              <a:gd name="connsiteX3" fmla="*/ 2798514 w 4010056"/>
              <a:gd name="connsiteY3" fmla="*/ 6877122 h 6877122"/>
              <a:gd name="connsiteX4" fmla="*/ 0 w 4010056"/>
              <a:gd name="connsiteY4" fmla="*/ 6877122 h 6877122"/>
              <a:gd name="connsiteX5" fmla="*/ 0 w 4010056"/>
              <a:gd name="connsiteY5" fmla="*/ 0 h 68771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0056" h="6877122">
                <a:moveTo>
                  <a:pt x="0" y="0"/>
                </a:moveTo>
                <a:lnTo>
                  <a:pt x="4010056" y="0"/>
                </a:lnTo>
                <a:cubicBezTo>
                  <a:pt x="3401058" y="446998"/>
                  <a:pt x="2855559" y="776520"/>
                  <a:pt x="2183061" y="1436243"/>
                </a:cubicBezTo>
                <a:lnTo>
                  <a:pt x="2798514" y="6877122"/>
                </a:lnTo>
                <a:lnTo>
                  <a:pt x="0" y="687712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782" y="5882633"/>
            <a:ext cx="1170308" cy="646724"/>
          </a:xfrm>
          <a:prstGeom prst="rect">
            <a:avLst/>
          </a:prstGeom>
        </p:spPr>
      </p:pic>
      <p:sp>
        <p:nvSpPr>
          <p:cNvPr id="9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4098464" y="1177025"/>
            <a:ext cx="4173527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4098464" y="1653058"/>
            <a:ext cx="4408918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7" hasCustomPrompt="1"/>
          </p:nvPr>
        </p:nvSpPr>
        <p:spPr>
          <a:xfrm>
            <a:off x="4098464" y="2423063"/>
            <a:ext cx="4408918" cy="2817273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</p:spTree>
    <p:extLst>
      <p:ext uri="{BB962C8B-B14F-4D97-AF65-F5344CB8AC3E}">
        <p14:creationId xmlns:p14="http://schemas.microsoft.com/office/powerpoint/2010/main" val="8592455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no image just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7500339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6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453371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203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11" name="Freeform 10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19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no image just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453371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203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694613" y="1824740"/>
            <a:ext cx="7452691" cy="3868738"/>
          </a:xfrm>
          <a:prstGeom prst="rect">
            <a:avLst/>
          </a:prstGeom>
        </p:spPr>
        <p:txBody>
          <a:bodyPr/>
          <a:lstStyle>
            <a:lvl1pPr>
              <a:defRPr lang="en-US" sz="1600" b="0" i="0" kern="1200" spc="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2pPr>
            <a:lvl3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defRPr lang="en-US" sz="1600" b="0" i="0" kern="1200" spc="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defRPr lang="en-US" sz="1600" b="0" i="0" kern="1200" spc="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reeform 12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15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16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58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- bullets and box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4988458" y="1819747"/>
            <a:ext cx="3251533" cy="386582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lvl1pPr>
          </a:lstStyle>
          <a:p>
            <a:r>
              <a:rPr lang="en-US" dirty="0"/>
              <a:t>Click icon below to add picture</a:t>
            </a:r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97237" y="573709"/>
            <a:ext cx="6337408" cy="47603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3200" b="1" i="0" spc="-100" baseline="0">
                <a:solidFill>
                  <a:srgbClr val="3D0029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Headline goes here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97237" y="1049742"/>
            <a:ext cx="7033600" cy="5937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0" i="0" spc="-50" baseline="0">
                <a:solidFill>
                  <a:srgbClr val="BAA360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Sub headline goes here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692685" y="1819747"/>
            <a:ext cx="4123759" cy="3865829"/>
          </a:xfrm>
          <a:prstGeom prst="rect">
            <a:avLst/>
          </a:prstGeo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spcBef>
                <a:spcPts val="0"/>
              </a:spcBef>
              <a:buFont typeface="Arial" charset="0"/>
              <a:buChar char="•"/>
              <a:defRPr sz="1600" b="0" i="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dirty="0"/>
              <a:t>Text goes here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84" y="5882633"/>
            <a:ext cx="1170308" cy="646724"/>
          </a:xfrm>
          <a:prstGeom prst="rect">
            <a:avLst/>
          </a:prstGeom>
        </p:spPr>
      </p:pic>
      <p:sp>
        <p:nvSpPr>
          <p:cNvPr id="10" name="Freeform 9"/>
          <p:cNvSpPr/>
          <p:nvPr userDrawn="1"/>
        </p:nvSpPr>
        <p:spPr>
          <a:xfrm>
            <a:off x="6378951" y="0"/>
            <a:ext cx="1510718" cy="964688"/>
          </a:xfrm>
          <a:custGeom>
            <a:avLst/>
            <a:gdLst>
              <a:gd name="connsiteX0" fmla="*/ 0 w 1510718"/>
              <a:gd name="connsiteY0" fmla="*/ 0 h 964688"/>
              <a:gd name="connsiteX1" fmla="*/ 594056 w 1510718"/>
              <a:gd name="connsiteY1" fmla="*/ 0 h 964688"/>
              <a:gd name="connsiteX2" fmla="*/ 601815 w 1510718"/>
              <a:gd name="connsiteY2" fmla="*/ 6637 h 964688"/>
              <a:gd name="connsiteX3" fmla="*/ 824034 w 1510718"/>
              <a:gd name="connsiteY3" fmla="*/ 213497 h 964688"/>
              <a:gd name="connsiteX4" fmla="*/ 1038980 w 1510718"/>
              <a:gd name="connsiteY4" fmla="*/ 428604 h 964688"/>
              <a:gd name="connsiteX5" fmla="*/ 1445974 w 1510718"/>
              <a:gd name="connsiteY5" fmla="*/ 882910 h 964688"/>
              <a:gd name="connsiteX6" fmla="*/ 1510718 w 1510718"/>
              <a:gd name="connsiteY6" fmla="*/ 964688 h 964688"/>
              <a:gd name="connsiteX7" fmla="*/ 1248581 w 1510718"/>
              <a:gd name="connsiteY7" fmla="*/ 761378 h 964688"/>
              <a:gd name="connsiteX8" fmla="*/ 227279 w 1510718"/>
              <a:gd name="connsiteY8" fmla="*/ 115098 h 964688"/>
              <a:gd name="connsiteX9" fmla="*/ 0 w 1510718"/>
              <a:gd name="connsiteY9" fmla="*/ 0 h 964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10718" h="964688">
                <a:moveTo>
                  <a:pt x="0" y="0"/>
                </a:moveTo>
                <a:lnTo>
                  <a:pt x="594056" y="0"/>
                </a:lnTo>
                <a:lnTo>
                  <a:pt x="601815" y="6637"/>
                </a:lnTo>
                <a:lnTo>
                  <a:pt x="824034" y="213497"/>
                </a:lnTo>
                <a:lnTo>
                  <a:pt x="1038980" y="428604"/>
                </a:lnTo>
                <a:cubicBezTo>
                  <a:pt x="1179793" y="574722"/>
                  <a:pt x="1315578" y="726229"/>
                  <a:pt x="1445974" y="882910"/>
                </a:cubicBezTo>
                <a:lnTo>
                  <a:pt x="1510718" y="964688"/>
                </a:lnTo>
                <a:lnTo>
                  <a:pt x="1248581" y="761378"/>
                </a:lnTo>
                <a:cubicBezTo>
                  <a:pt x="923941" y="521800"/>
                  <a:pt x="582547" y="305797"/>
                  <a:pt x="227279" y="115098"/>
                </a:cubicBezTo>
                <a:lnTo>
                  <a:pt x="0" y="0"/>
                </a:lnTo>
                <a:close/>
              </a:path>
            </a:pathLst>
          </a:custGeom>
          <a:solidFill>
            <a:srgbClr val="8B7A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 userDrawn="1"/>
        </p:nvSpPr>
        <p:spPr>
          <a:xfrm>
            <a:off x="6973008" y="0"/>
            <a:ext cx="2170993" cy="2205050"/>
          </a:xfrm>
          <a:custGeom>
            <a:avLst/>
            <a:gdLst>
              <a:gd name="connsiteX0" fmla="*/ 0 w 2170993"/>
              <a:gd name="connsiteY0" fmla="*/ 0 h 2205050"/>
              <a:gd name="connsiteX1" fmla="*/ 2170993 w 2170993"/>
              <a:gd name="connsiteY1" fmla="*/ 0 h 2205050"/>
              <a:gd name="connsiteX2" fmla="*/ 2170993 w 2170993"/>
              <a:gd name="connsiteY2" fmla="*/ 2205050 h 2205050"/>
              <a:gd name="connsiteX3" fmla="*/ 2141044 w 2170993"/>
              <a:gd name="connsiteY3" fmla="*/ 2167341 h 2205050"/>
              <a:gd name="connsiteX4" fmla="*/ 973473 w 2170993"/>
              <a:gd name="connsiteY4" fmla="*/ 1008751 h 2205050"/>
              <a:gd name="connsiteX5" fmla="*/ 916663 w 2170993"/>
              <a:gd name="connsiteY5" fmla="*/ 964690 h 2205050"/>
              <a:gd name="connsiteX6" fmla="*/ 916662 w 2170993"/>
              <a:gd name="connsiteY6" fmla="*/ 964688 h 2205050"/>
              <a:gd name="connsiteX7" fmla="*/ 916664 w 2170993"/>
              <a:gd name="connsiteY7" fmla="*/ 964690 h 2205050"/>
              <a:gd name="connsiteX8" fmla="*/ 851919 w 2170993"/>
              <a:gd name="connsiteY8" fmla="*/ 882910 h 2205050"/>
              <a:gd name="connsiteX9" fmla="*/ 229978 w 2170993"/>
              <a:gd name="connsiteY9" fmla="*/ 213497 h 2205050"/>
              <a:gd name="connsiteX10" fmla="*/ 229978 w 2170993"/>
              <a:gd name="connsiteY10" fmla="*/ 213497 h 2205050"/>
              <a:gd name="connsiteX11" fmla="*/ 229977 w 2170993"/>
              <a:gd name="connsiteY11" fmla="*/ 213496 h 2205050"/>
              <a:gd name="connsiteX12" fmla="*/ 7758 w 2170993"/>
              <a:gd name="connsiteY12" fmla="*/ 6636 h 2205050"/>
              <a:gd name="connsiteX13" fmla="*/ 0 w 2170993"/>
              <a:gd name="connsiteY13" fmla="*/ 0 h 22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170993" h="2205050">
                <a:moveTo>
                  <a:pt x="0" y="0"/>
                </a:moveTo>
                <a:lnTo>
                  <a:pt x="2170993" y="0"/>
                </a:lnTo>
                <a:lnTo>
                  <a:pt x="2170993" y="2205050"/>
                </a:lnTo>
                <a:lnTo>
                  <a:pt x="2141044" y="2167341"/>
                </a:lnTo>
                <a:cubicBezTo>
                  <a:pt x="1789106" y="1741830"/>
                  <a:pt x="1397531" y="1354203"/>
                  <a:pt x="973473" y="1008751"/>
                </a:cubicBezTo>
                <a:lnTo>
                  <a:pt x="916663" y="964690"/>
                </a:lnTo>
                <a:lnTo>
                  <a:pt x="916662" y="964688"/>
                </a:lnTo>
                <a:lnTo>
                  <a:pt x="916664" y="964690"/>
                </a:lnTo>
                <a:lnTo>
                  <a:pt x="851919" y="882910"/>
                </a:lnTo>
                <a:cubicBezTo>
                  <a:pt x="656324" y="647889"/>
                  <a:pt x="448606" y="424507"/>
                  <a:pt x="229978" y="213497"/>
                </a:cubicBezTo>
                <a:lnTo>
                  <a:pt x="229978" y="213497"/>
                </a:lnTo>
                <a:lnTo>
                  <a:pt x="229977" y="213496"/>
                </a:lnTo>
                <a:cubicBezTo>
                  <a:pt x="157102" y="143160"/>
                  <a:pt x="83013" y="74197"/>
                  <a:pt x="7758" y="6636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1"/>
          <p:cNvSpPr/>
          <p:nvPr userDrawn="1"/>
        </p:nvSpPr>
        <p:spPr>
          <a:xfrm>
            <a:off x="7889670" y="964691"/>
            <a:ext cx="1254330" cy="2125398"/>
          </a:xfrm>
          <a:custGeom>
            <a:avLst/>
            <a:gdLst>
              <a:gd name="connsiteX0" fmla="*/ 0 w 1254330"/>
              <a:gd name="connsiteY0" fmla="*/ 0 h 2125398"/>
              <a:gd name="connsiteX1" fmla="*/ 56809 w 1254330"/>
              <a:gd name="connsiteY1" fmla="*/ 44060 h 2125398"/>
              <a:gd name="connsiteX2" fmla="*/ 1224380 w 1254330"/>
              <a:gd name="connsiteY2" fmla="*/ 1202651 h 2125398"/>
              <a:gd name="connsiteX3" fmla="*/ 1254330 w 1254330"/>
              <a:gd name="connsiteY3" fmla="*/ 1240362 h 2125398"/>
              <a:gd name="connsiteX4" fmla="*/ 1254330 w 1254330"/>
              <a:gd name="connsiteY4" fmla="*/ 2125398 h 2125398"/>
              <a:gd name="connsiteX5" fmla="*/ 1218303 w 1254330"/>
              <a:gd name="connsiteY5" fmla="*/ 2032913 h 2125398"/>
              <a:gd name="connsiteX6" fmla="*/ 188755 w 1254330"/>
              <a:gd name="connsiteY6" fmla="*/ 238416 h 2125398"/>
              <a:gd name="connsiteX7" fmla="*/ 0 w 1254330"/>
              <a:gd name="connsiteY7" fmla="*/ 0 h 2125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54330" h="2125398">
                <a:moveTo>
                  <a:pt x="0" y="0"/>
                </a:moveTo>
                <a:lnTo>
                  <a:pt x="56809" y="44060"/>
                </a:lnTo>
                <a:cubicBezTo>
                  <a:pt x="480867" y="389512"/>
                  <a:pt x="872442" y="777139"/>
                  <a:pt x="1224380" y="1202651"/>
                </a:cubicBezTo>
                <a:lnTo>
                  <a:pt x="1254330" y="1240362"/>
                </a:lnTo>
                <a:lnTo>
                  <a:pt x="1254330" y="2125398"/>
                </a:lnTo>
                <a:lnTo>
                  <a:pt x="1218303" y="2032913"/>
                </a:lnTo>
                <a:cubicBezTo>
                  <a:pt x="946553" y="1384194"/>
                  <a:pt x="598925" y="783362"/>
                  <a:pt x="188755" y="238416"/>
                </a:cubicBezTo>
                <a:lnTo>
                  <a:pt x="0" y="0"/>
                </a:lnTo>
                <a:close/>
              </a:path>
            </a:pathLst>
          </a:custGeom>
          <a:solidFill>
            <a:srgbClr val="BAA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87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slides</a:t>
            </a:r>
            <a:br>
              <a:rPr lang="en-US" dirty="0"/>
            </a:br>
            <a:r>
              <a:rPr lang="en-US" dirty="0"/>
              <a:t>(with images)</a:t>
            </a:r>
          </a:p>
        </p:txBody>
      </p:sp>
    </p:spTree>
    <p:extLst>
      <p:ext uri="{BB962C8B-B14F-4D97-AF65-F5344CB8AC3E}">
        <p14:creationId xmlns:p14="http://schemas.microsoft.com/office/powerpoint/2010/main" val="650146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5" r:id="rId2"/>
    <p:sldLayoutId id="2147483727" r:id="rId3"/>
    <p:sldLayoutId id="2147483733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 slides</a:t>
            </a:r>
            <a:br>
              <a:rPr lang="en-US" dirty="0"/>
            </a:br>
            <a:r>
              <a:rPr lang="en-US" dirty="0"/>
              <a:t>(no image)</a:t>
            </a:r>
          </a:p>
        </p:txBody>
      </p:sp>
    </p:spTree>
    <p:extLst>
      <p:ext uri="{BB962C8B-B14F-4D97-AF65-F5344CB8AC3E}">
        <p14:creationId xmlns:p14="http://schemas.microsoft.com/office/powerpoint/2010/main" val="1520228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Divider slides</a:t>
            </a:r>
          </a:p>
        </p:txBody>
      </p:sp>
    </p:spTree>
    <p:extLst>
      <p:ext uri="{BB962C8B-B14F-4D97-AF65-F5344CB8AC3E}">
        <p14:creationId xmlns:p14="http://schemas.microsoft.com/office/powerpoint/2010/main" val="280929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701" r:id="rId3"/>
    <p:sldLayoutId id="2147483702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Content slides</a:t>
            </a:r>
          </a:p>
        </p:txBody>
      </p:sp>
    </p:spTree>
    <p:extLst>
      <p:ext uri="{BB962C8B-B14F-4D97-AF65-F5344CB8AC3E}">
        <p14:creationId xmlns:p14="http://schemas.microsoft.com/office/powerpoint/2010/main" val="1432077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737" r:id="rId3"/>
    <p:sldLayoutId id="2147483738" r:id="rId4"/>
    <p:sldLayoutId id="2147483734" r:id="rId5"/>
    <p:sldLayoutId id="2147483735" r:id="rId6"/>
    <p:sldLayoutId id="2147483678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image100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  <Relationship Id="rId2" Type="http://schemas.openxmlformats.org/officeDocument/2006/relationships/image" Target="../media/image101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8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Introduction &amp; 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Why SME e-commerce needs a low-cost analytics pipeline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SMEs generate transactional data but lack the tools to turn it into insight</a:t>
            </a:r>
          </a:p>
          <a:p>
            <a:pPr/>
            <a:r>
              <a:rPr lang="en-US" dirty="0"/>
              <a:t>Large retailers use segmentation and recommendation to retain customers — SMEs cannot match the cost or complexity</a:t>
            </a:r>
          </a:p>
          <a:p>
            <a:pPr/>
            <a:r>
              <a:rPr lang="en-US" dirty="0"/>
              <a:t>Without segmentation, marketing stays generic and recommendations are not based on real co-purchase behaviour</a:t>
            </a:r>
          </a:p>
          <a:p>
            <a:pPr/>
            <a:r>
              <a:rPr lang="en-US" dirty="0"/>
              <a:t>Problem: no low-cost, repeatable pipeline exists from raw transactions to actionable segments and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Research Aim &amp;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Aim: design and evaluate a data-driven segmentation and recommendation system for SMEs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Clean and preprocess the UCI Online Retail transaction dataset</a:t>
            </a:r>
          </a:p>
          <a:p>
            <a:pPr/>
            <a:r>
              <a:rPr lang="en-US" dirty="0"/>
              <a:t>Engineer customer-level RFM (Recency, Frequency, Monetary) features</a:t>
            </a:r>
          </a:p>
          <a:p>
            <a:pPr/>
            <a:r>
              <a:rPr lang="en-US" dirty="0"/>
              <a:t>Segment customers using RFM scoring, K-Means and Hierarchical clustering</a:t>
            </a:r>
          </a:p>
          <a:p>
            <a:pPr/>
            <a:r>
              <a:rPr lang="en-US" dirty="0"/>
              <a:t>Build product recommendations via association rule mining and item-based collaborative filtering</a:t>
            </a:r>
          </a:p>
          <a:p>
            <a:pPr/>
            <a:r>
              <a:rPr lang="en-US" dirty="0"/>
              <a:t>Evaluate both components and discuss their value for SME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Research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Five questions guiding the study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RQ1: How can transaction data support customer segmentation in SME e-commerce?</a:t>
            </a:r>
          </a:p>
          <a:p>
            <a:pPr/>
            <a:r>
              <a:rPr lang="en-US" dirty="0"/>
              <a:t>RQ2: Which clustering technique gives the best grouping of customers?</a:t>
            </a:r>
          </a:p>
          <a:p>
            <a:pPr/>
            <a:r>
              <a:rPr lang="en-US" dirty="0"/>
              <a:t>RQ3: How can customer buying trends enhance product recommendations?</a:t>
            </a:r>
          </a:p>
          <a:p>
            <a:pPr/>
            <a:r>
              <a:rPr lang="en-US" dirty="0"/>
              <a:t>RQ4: What is the impact of the recommendation system on personalisation?</a:t>
            </a:r>
          </a:p>
          <a:p>
            <a:pPr/>
            <a:r>
              <a:rPr lang="en-US" dirty="0"/>
              <a:t>RQ5: How can customer analytics help SMEs make better decisions?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Literature Review Highlights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Positioning this study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RFM analysis (Hughes, 1994) remains a simple, interpretable segmentation baseline</a:t>
            </a:r>
          </a:p>
          <a:p>
            <a:pPr/>
            <a:r>
              <a:rPr lang="en-US" dirty="0"/>
              <a:t>K-Means and hierarchical clustering are widely used, but rarely compared head-to-head</a:t>
            </a:r>
          </a:p>
          <a:p>
            <a:pPr/>
            <a:r>
              <a:rPr lang="en-US" dirty="0"/>
              <a:t>Association rule mining and item-based collaborative filtering are established recommendation techniques</a:t>
            </a:r>
          </a:p>
          <a:p>
            <a:pPr/>
            <a:r>
              <a:rPr lang="en-US" dirty="0"/>
              <a:t>Most prior work treats segmentation and recommendation as separate problems</a:t>
            </a:r>
          </a:p>
          <a:p>
            <a:pPr/>
            <a:r>
              <a:rPr lang="en-US" dirty="0"/>
              <a:t>SME-scale analytics remains under-researched relative to large-enterprise platforms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Novelty of this Research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What makes this study different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Integrates segmentation and recommendation into one end-to-end pipeline</a:t>
            </a:r>
          </a:p>
          <a:p>
            <a:pPr/>
            <a:r>
              <a:rPr lang="en-US" dirty="0"/>
              <a:t>Deliberately scoped to SME resource constraints — cost, skills, infrastructure</a:t>
            </a:r>
          </a:p>
          <a:p>
            <a:pPr/>
            <a:r>
              <a:rPr lang="en-US" dirty="0"/>
              <a:t>Benchmarks three clustering methods and three recommendation approaches in the same evaluation framework</a:t>
            </a:r>
          </a:p>
          <a:p>
            <a:pPr/>
            <a:r>
              <a:rPr lang="en-US" dirty="0"/>
              <a:t>Delivers results as a working interactive application, not just a notebook report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Methodology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A repeatable, five-stage pipeline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1. Data acquisition and preprocessing</a:t>
            </a:r>
          </a:p>
          <a:p>
            <a:pPr/>
            <a:r>
              <a:rPr lang="en-US" dirty="0"/>
              <a:t>2. Feature engineering (RFM)</a:t>
            </a:r>
          </a:p>
          <a:p>
            <a:pPr/>
            <a:r>
              <a:rPr lang="en-US" dirty="0"/>
              <a:t>3. Customer segmentation and evaluation</a:t>
            </a:r>
          </a:p>
          <a:p>
            <a:pPr/>
            <a:r>
              <a:rPr lang="en-US" dirty="0"/>
              <a:t>4. Product recommendation and evaluation</a:t>
            </a:r>
          </a:p>
          <a:p>
            <a:pPr/>
            <a:r>
              <a:rPr lang="en-US" dirty="0"/>
              <a:t>5. Delivery via an interactive web application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Dataset &amp; Preprocessing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UCI Online Retail dataset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541,909 transaction line items, Dec 2010 – Dec 2011, UK-based online retailer</a:t>
            </a:r>
          </a:p>
          <a:p>
            <a:pPr/>
            <a:r>
              <a:rPr lang="en-US" dirty="0"/>
              <a:t>Removed cancelled orders, invalid quantities/prices, and rows with missing Customer ID</a:t>
            </a:r>
          </a:p>
          <a:p>
            <a:pPr/>
            <a:r>
              <a:rPr lang="en-US" dirty="0"/>
              <a:t>Cleaned to 392,692 line items across 4,338 customers and 3,665 products</a:t>
            </a:r>
          </a:p>
          <a:p>
            <a:pPr/>
            <a:r>
              <a:rPr lang="en-US" dirty="0"/>
              <a:t>United Kingdom accounts for 82.0% of total revenue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Customer Segmentation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K-Means clustering on RFM features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694613" y="1824740"/>
            <a:ext cx="4650000" cy="3868738"/>
          </a:xfrm>
        </p:spPr>
        <p:txBody>
          <a:bodyPr/>
          <a:lstStyle/>
          <a:p>
            <a:pPr/>
            <a:r>
              <a:rPr lang="en-US" dirty="0"/>
              <a:t>K-Means (k = 2) outperformed Hierarchical and DBSCAN</a:t>
            </a:r>
          </a:p>
          <a:p>
            <a:pPr/>
            <a:r>
              <a:rPr lang="en-US" dirty="0"/>
              <a:t>Silhouette score 0.433, Davies-Bouldin index 0.784</a:t>
            </a:r>
          </a:p>
          <a:p>
            <a:pPr/>
            <a:r>
              <a:rPr lang="en-US" dirty="0"/>
              <a:t>High-Value Active: 38.4% of customers</a:t>
            </a:r>
          </a:p>
          <a:p>
            <a:pPr/>
            <a:r>
              <a:rPr lang="en-US" dirty="0"/>
              <a:t>At Risk / Dormant: 61.6% of customers</a:t>
            </a:r>
          </a:p>
          <a:p>
            <a:pPr/>
            <a:r>
              <a:rPr lang="en-US" dirty="0"/>
              <a:t>High-Value segment generates 85.1% of revenue</a:t>
            </a:r>
          </a:p>
        </p:txBody>
      </p:sp>
      <p:pic>
        <p:nvPicPr>
          <p:cNvPr id="5" name="Picture Segment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000" y="3500000"/>
            <a:ext cx="2500000" cy="250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Recommendation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Item-based collaborative filtering vs. popularity baseline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694613" y="1824740"/>
            <a:ext cx="4650000" cy="3868738"/>
          </a:xfrm>
        </p:spPr>
        <p:txBody>
          <a:bodyPr/>
          <a:lstStyle/>
          <a:p>
            <a:pPr/>
            <a:r>
              <a:rPr lang="en-US" dirty="0"/>
              <a:t>86 association rules mined, with lift up to 24.0</a:t>
            </a:r>
          </a:p>
          <a:p>
            <a:pPr/>
            <a:r>
              <a:rPr lang="en-US" dirty="0"/>
              <a:t>Item-based CF: Precision@5 = 0.081, Recall@5 = 0.063</a:t>
            </a:r>
          </a:p>
          <a:p>
            <a:pPr/>
            <a:r>
              <a:rPr lang="en-US" dirty="0"/>
              <a:t>Popularity baseline: Precision@5 = 0.013, Recall@5 = 0.009</a:t>
            </a:r>
          </a:p>
          <a:p>
            <a:pPr/>
            <a:r>
              <a:rPr lang="en-US" dirty="0"/>
              <a:t>Personalisation delivers ~6x precision and ~7x recall improvement</a:t>
            </a:r>
          </a:p>
        </p:txBody>
      </p:sp>
      <p:pic>
        <p:nvPicPr>
          <p:cNvPr id="5" name="Picture Recommend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000" y="3650000"/>
            <a:ext cx="2800000" cy="16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System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A three-part, modular design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Offline analysis (Jupyter Notebook): cleaning, segmentation, recommendation</a:t>
            </a:r>
          </a:p>
          <a:p>
            <a:pPr/>
            <a:r>
              <a:rPr lang="en-US" dirty="0"/>
              <a:t>API backend (FastAPI): serves trained models via REST endpoints</a:t>
            </a:r>
          </a:p>
          <a:p>
            <a:pPr/>
            <a:r>
              <a:rPr lang="en-US" dirty="0"/>
              <a:t>Frontend (React): interactive dashboard for segments and recommendations</a:t>
            </a:r>
          </a:p>
          <a:p>
            <a:pPr/>
            <a:r>
              <a:rPr lang="en-US" dirty="0"/>
              <a:t>Modular design allows independent testing, replacement and scaling of each part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Key Findings Summary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Revisiting the five research questions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RQ1: RFM features alone produce a valid, interpretable segmentation</a:t>
            </a:r>
          </a:p>
          <a:p>
            <a:pPr/>
            <a:r>
              <a:rPr lang="en-US" dirty="0"/>
              <a:t>RQ2: K-Means gives the best-separated clusters</a:t>
            </a:r>
          </a:p>
          <a:p>
            <a:pPr/>
            <a:r>
              <a:rPr lang="en-US" dirty="0"/>
              <a:t>RQ3: Association rules and collaborative filtering both surface actionable co-purchase patterns</a:t>
            </a:r>
          </a:p>
          <a:p>
            <a:pPr/>
            <a:r>
              <a:rPr lang="en-US" dirty="0"/>
              <a:t>RQ4: Personalised recommendations clearly outperform a non-personalised baseline</a:t>
            </a:r>
          </a:p>
          <a:p>
            <a:pPr/>
            <a:r>
              <a:rPr lang="en-US" dirty="0"/>
              <a:t>RQ5: Segments and recommendations are delivered via a working dashboard, not just a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Contributions &amp; Significance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Why this work matters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Combines segmentation and recommendation in one evaluated pipeline</a:t>
            </a:r>
          </a:p>
          <a:p>
            <a:pPr/>
            <a:r>
              <a:rPr lang="en-US" dirty="0"/>
              <a:t>Gives SMEs evidence-based guidance on which techniques to adopt</a:t>
            </a:r>
          </a:p>
          <a:p>
            <a:pPr/>
            <a:r>
              <a:rPr lang="en-US" dirty="0"/>
              <a:t>Demonstrates a reproducible, low-cost approach using open-source tools</a:t>
            </a:r>
          </a:p>
          <a:p>
            <a:pPr/>
            <a:r>
              <a:rPr lang="en-US" dirty="0"/>
              <a:t>Extends customer analytics literature to an under-served SME context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Limitations &amp; Future Work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/>
            <a:r>
              <a:rPr lang="en-US" dirty="0"/>
              <a:t>What this study does not yet cover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pPr/>
            <a:r>
              <a:rPr lang="en-US" dirty="0"/>
              <a:t>Single dataset, single retailer — generalisability untested</a:t>
            </a:r>
          </a:p>
          <a:p>
            <a:pPr/>
            <a:r>
              <a:rPr lang="en-US" dirty="0"/>
              <a:t>Only two statistically distinct segments (k = 2); richer segmentation not supported by this data</a:t>
            </a:r>
          </a:p>
          <a:p>
            <a:pPr/>
            <a:r>
              <a:rPr lang="en-US" dirty="0"/>
              <a:t>Recommendation coverage limited to UK transactions and frequently-purchased items</a:t>
            </a:r>
          </a:p>
          <a:p>
            <a:pPr/>
            <a:r>
              <a:rPr lang="en-US" dirty="0"/>
              <a:t>Future work: multi-dataset validation, real-time model updates, richer behavioural 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/>
            <a:r>
              <a:rPr lang="en-US" dirty="0"/>
              <a:t>References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0000" y="1550000"/>
            <a:ext cx="8000000" cy="4700000"/>
          </a:xfrm>
        </p:spPr>
        <p:txBody>
          <a:bodyPr/>
          <a:lstStyle/>
          <a:p>
            <a:pPr/>
            <a:r>
              <a:rPr lang="en-US" dirty="0" sz="1100"/>
              <a:t>[1] J. Han, M. Kamber, and J. Pei, Data Mining: Concepts and Techniques, 3rd ed. Morgan Kaufmann, 2011.</a:t>
            </a:r>
          </a:p>
          <a:p>
            <a:pPr/>
            <a:r>
              <a:rPr lang="en-US" dirty="0" sz="1100"/>
              <a:t>[2] C. C. Aggarwal, Recommender Systems: The Textbook. Springer, 2016.</a:t>
            </a:r>
          </a:p>
          <a:p>
            <a:pPr/>
            <a:r>
              <a:rPr lang="en-US" dirty="0" sz="1100"/>
              <a:t>[3] P.-N. Tan, M. Steinbach, and V. Kumar, Introduction to Data Mining, 2nd ed. Pearson, 2018.</a:t>
            </a:r>
          </a:p>
          <a:p>
            <a:pPr/>
            <a:r>
              <a:rPr lang="en-US" dirty="0" sz="1100"/>
              <a:t>[4] A. Géron, Hands-On Machine Learning with Scikit-Learn, Keras, and TensorFlow, 3rd ed. O’Reilly, 2022.</a:t>
            </a:r>
          </a:p>
          <a:p>
            <a:pPr/>
            <a:r>
              <a:rPr lang="en-US" dirty="0" sz="1100"/>
              <a:t>[5] D. Chen, “Online Retail,” UCI Machine Learning Repository, 2015.</a:t>
            </a:r>
          </a:p>
          <a:p>
            <a:pPr/>
            <a:r>
              <a:rPr lang="en-US" dirty="0" sz="1100"/>
              <a:t>[6] J. MacQueen, “Some methods for classification and analysis of multivariate observations,” 1967.</a:t>
            </a:r>
          </a:p>
          <a:p>
            <a:pPr/>
            <a:r>
              <a:rPr lang="en-US" dirty="0" sz="1100"/>
              <a:t>[7] J. H. Ward, “Hierarchical grouping to optimize an objective function,” J. Am. Stat. Assoc., 1963.</a:t>
            </a:r>
          </a:p>
          <a:p>
            <a:pPr/>
            <a:r>
              <a:rPr lang="en-US" dirty="0" sz="1100"/>
              <a:t>[8] M. Ester et al., “A density-based algorithm for discovering clusters with noise,” KDD, 1996.</a:t>
            </a:r>
          </a:p>
          <a:p>
            <a:pPr/>
            <a:r>
              <a:rPr lang="en-US" dirty="0" sz="1100"/>
              <a:t>[9] D. L. Davies and D. W. Bouldin, “A cluster separation measure,” IEEE TPAMI, 1979.</a:t>
            </a:r>
          </a:p>
          <a:p>
            <a:pPr/>
            <a:r>
              <a:rPr lang="en-US" dirty="0" sz="1100"/>
              <a:t>[10] P. J. Rousseeuw, “Silhouettes: A graphical aid to cluster validation,” J. Comput. Appl. Math., 1987.</a:t>
            </a:r>
          </a:p>
          <a:p>
            <a:pPr/>
            <a:r>
              <a:rPr lang="en-US" dirty="0" sz="1100"/>
              <a:t>[11] R. Agrawal, T. Imieliński, and A. Swami, “Mining association rules in large databases,” ACM SIGMOD, 1993.</a:t>
            </a:r>
          </a:p>
          <a:p>
            <a:pPr/>
            <a:r>
              <a:rPr lang="en-US" dirty="0" sz="1100"/>
              <a:t>[12] J. Han, J. Pei, and Y. Yin, “Mining frequent patterns without candidate generation,” ACM SIGMOD Record, 2000.</a:t>
            </a:r>
          </a:p>
          <a:p>
            <a:pPr/>
            <a:r>
              <a:rPr lang="en-US" dirty="0" sz="1100"/>
              <a:t>[13] B. Sarwar et al., “Item-based collaborative filtering recommendation algorithms,” WWW, 2001.</a:t>
            </a:r>
          </a:p>
          <a:p>
            <a:pPr/>
            <a:r>
              <a:rPr lang="en-US" dirty="0" sz="1100"/>
              <a:t>[14] A. M. Hughes, Strategic Database Marketing. Probus Publishing, 1994.</a:t>
            </a:r>
          </a:p>
          <a:p>
            <a:pPr/>
            <a:r>
              <a:rPr lang="en-US" dirty="0" sz="1100"/>
              <a:t>[15] R. T. Fielding, “Architectural styles and the design of network-based software architectures,” Ph.D. dissertation, UC Irvine, 2000.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697237" y="1968500"/>
            <a:ext cx="7700000" cy="1100000"/>
          </a:xfrm>
        </p:spPr>
        <p:txBody>
          <a:bodyPr/>
          <a:lstStyle/>
          <a:p>
            <a:pPr/>
            <a:r>
              <a:rPr lang="en-US" dirty="0" sz="2800"/>
              <a:t>Data-Driven Customer Segmentation and Product Recommendation System for SMEs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697237" y="3150000"/>
            <a:ext cx="7700000" cy="500000"/>
          </a:xfrm>
        </p:spPr>
        <p:txBody>
          <a:bodyPr/>
          <a:lstStyle/>
          <a:p>
            <a:pPr/>
            <a:r>
              <a:rPr lang="en-US" dirty="0"/>
              <a:t>A case study using the UCI Online Retail dataset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697237" y="3750000"/>
            <a:ext cx="7700000" cy="900000"/>
          </a:xfrm>
        </p:spPr>
        <p:txBody>
          <a:bodyPr/>
          <a:lstStyle/>
          <a:p>
            <a:pPr/>
            <a:r>
              <a:rPr lang="en-US" dirty="0"/>
              <a:t>Emeka Hilary Nwosu  |  Student ID: 20023332</a:t>
            </a:r>
          </a:p>
          <a:p>
            <a:pPr/>
            <a:r>
              <a:rPr lang="en-US" dirty="0"/>
              <a:t>Supervisor: Michael Ajao-Olarinoye</a:t>
            </a:r>
          </a:p>
          <a:p>
            <a:pPr/>
            <a:r>
              <a:rPr lang="en-US" dirty="0"/>
              <a:t>Department of Computer Science and Technology, Ulster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 slide options - with im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itle slide options - no im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ivider slide option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ontent slide option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727</TotalTime>
  <Words>6</Words>
  <Application>Microsoft Office PowerPoint</Application>
  <PresentationFormat>On-screen Show (4:3)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Title slide options - with image</vt:lpstr>
      <vt:lpstr>Title slide options - no image</vt:lpstr>
      <vt:lpstr>Divider slide options</vt:lpstr>
      <vt:lpstr>Content slide options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Catherine Easson</dc:creator>
  <cp:lastModifiedBy>Benismail, Sahbi</cp:lastModifiedBy>
  <cp:revision>115</cp:revision>
  <dcterms:created xsi:type="dcterms:W3CDTF">2017-06-14T16:15:53Z</dcterms:created>
  <dcterms:modified xsi:type="dcterms:W3CDTF">2024-05-14T12:00:32Z</dcterms:modified>
</cp:coreProperties>
</file>